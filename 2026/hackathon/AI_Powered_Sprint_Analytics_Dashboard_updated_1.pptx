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8" r:id="rId4"/>
  </p:sldMasterIdLst>
  <p:notesMasterIdLst>
    <p:notesMasterId r:id="rId15"/>
  </p:notesMasterIdLst>
  <p:handoutMasterIdLst>
    <p:handoutMasterId r:id="rId16"/>
  </p:handoutMasterIdLst>
  <p:sldIdLst>
    <p:sldId id="317" r:id="rId5"/>
    <p:sldId id="2147374227" r:id="rId6"/>
    <p:sldId id="2147374218" r:id="rId7"/>
    <p:sldId id="2147374219" r:id="rId8"/>
    <p:sldId id="2147374220" r:id="rId9"/>
    <p:sldId id="2147374221" r:id="rId10"/>
    <p:sldId id="2147374223" r:id="rId11"/>
    <p:sldId id="2076137622" r:id="rId12"/>
    <p:sldId id="2147374222" r:id="rId13"/>
    <p:sldId id="1512" r:id="rId14"/>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18"/>
  </p:normalViewPr>
  <p:slideViewPr>
    <p:cSldViewPr snapToGrid="0">
      <p:cViewPr varScale="1">
        <p:scale>
          <a:sx n="67" d="100"/>
          <a:sy n="67" d="100"/>
        </p:scale>
        <p:origin x="756" y="6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D5D1EC30-5B0B-48D0-A1A8-66A96720DF24}" type="datetimeFigureOut">
              <a:rPr lang="en-US" smtClean="0"/>
              <a:t>5/7/2026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69F68A4D-42A7-45F7-9930-00E8DCB48D7E}" type="datetimeFigureOut">
              <a:rPr lang="en-US" smtClean="0"/>
              <a:t>5/7/2026</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A27CBEC-3BA9-408E-897B-DC62741FD035}" type="slidenum">
              <a:rPr lang="en-GB" smtClean="0"/>
              <a:t>1</a:t>
            </a:fld>
            <a:endParaRPr lang="en-GB" dirty="0"/>
          </a:p>
        </p:txBody>
      </p:sp>
    </p:spTree>
    <p:extLst>
      <p:ext uri="{BB962C8B-B14F-4D97-AF65-F5344CB8AC3E}">
        <p14:creationId xmlns:p14="http://schemas.microsoft.com/office/powerpoint/2010/main" val="1817294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D4C8D-F6BC-A37E-71B2-6A5B208DB4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1C742-3A6E-D017-9DF6-B4BAD32EAD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CB89C-76DA-7E2F-E1F4-1D56F1FDDEC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2BE3A0F-55DB-4B03-17B7-AF971AC160DE}"/>
              </a:ext>
            </a:extLst>
          </p:cNvPr>
          <p:cNvSpPr>
            <a:spLocks noGrp="1"/>
          </p:cNvSpPr>
          <p:nvPr>
            <p:ph type="sldNum" sz="quarter" idx="5"/>
          </p:nvPr>
        </p:nvSpPr>
        <p:spPr/>
        <p:txBody>
          <a:bodyPr/>
          <a:lstStyle/>
          <a:p>
            <a:fld id="{5A27CBEC-3BA9-408E-897B-DC62741FD035}" type="slidenum">
              <a:rPr lang="en-GB" smtClean="0"/>
              <a:t>2</a:t>
            </a:fld>
            <a:endParaRPr lang="en-GB" dirty="0"/>
          </a:p>
        </p:txBody>
      </p:sp>
    </p:spTree>
    <p:extLst>
      <p:ext uri="{BB962C8B-B14F-4D97-AF65-F5344CB8AC3E}">
        <p14:creationId xmlns:p14="http://schemas.microsoft.com/office/powerpoint/2010/main" val="2691779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1E5EF-586E-A144-9BB1-E6597CF541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465B7-8C49-94A5-CFCB-5ABEE5A48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0FFB4-CD7A-E3A8-AE16-9A3D2B1C200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758B13-B0C1-5804-FD7D-F8BF8301E402}"/>
              </a:ext>
            </a:extLst>
          </p:cNvPr>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20927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41552-3FA0-EBBE-BB0F-9E90E7086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36716-86D8-B5A1-3D71-EE36ED89E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06310-D4D9-30F4-F7CC-0273C7B15D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4196639-0E1A-6D6B-C73A-0BAC70EF3A9E}"/>
              </a:ext>
            </a:extLst>
          </p:cNvPr>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625741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2FCCD-B195-7C03-18E8-A88588ECF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49BDD-2E23-D77E-A33B-443D783B6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1818F-9649-B097-DE5D-841CBCB0A7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C027D8-6398-2C2B-CE4F-FA1E372CD614}"/>
              </a:ext>
            </a:extLst>
          </p:cNvPr>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654404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FCB18-A792-F297-307F-53AF0F5795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DA355-CF55-846E-BD13-0ADF02CD2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FD668-C25A-18A9-7A73-DB031AF687C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F393E8-CEF9-22D8-C4FC-0AF443BC63C6}"/>
              </a:ext>
            </a:extLst>
          </p:cNvPr>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802721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96599-55EC-B692-8D03-29B9D478E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5C2FA3-0869-967D-3CFB-636BA4BB9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FB1DA-2A10-677B-D129-38807A1F055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2175EF6-C761-C6B4-C171-49E0A7C82C8C}"/>
              </a:ext>
            </a:extLst>
          </p:cNvPr>
          <p:cNvSpPr>
            <a:spLocks noGrp="1"/>
          </p:cNvSpPr>
          <p:nvPr>
            <p:ph type="sldNum" sz="quarter" idx="5"/>
          </p:nvPr>
        </p:nvSpPr>
        <p:spPr/>
        <p:txBody>
          <a:bodyPr/>
          <a:lstStyle/>
          <a:p>
            <a:pPr defTabSz="966612"/>
            <a:fld id="{BFDD6F49-EBB7-4CCF-97A8-E526BB28BB69}" type="slidenum">
              <a:rPr lang="en-US">
                <a:solidFill>
                  <a:prstClr val="black"/>
                </a:solidFill>
                <a:latin typeface="Aptos" panose="02110004020202020204"/>
              </a:rPr>
              <a:pPr defTabSz="966612"/>
              <a:t>7</a:t>
            </a:fld>
            <a:endParaRPr lang="en-US" dirty="0">
              <a:solidFill>
                <a:prstClr val="black"/>
              </a:solidFill>
              <a:latin typeface="Aptos" panose="02110004020202020204"/>
            </a:endParaRPr>
          </a:p>
        </p:txBody>
      </p:sp>
    </p:spTree>
    <p:extLst>
      <p:ext uri="{BB962C8B-B14F-4D97-AF65-F5344CB8AC3E}">
        <p14:creationId xmlns:p14="http://schemas.microsoft.com/office/powerpoint/2010/main" val="1266267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06A53-1F1F-5C58-1573-CCDFEFA41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6E832-62BC-B070-7A8F-2AED2A7886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BD1D3-5A3A-904C-ECA0-336A2A5768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EA1105B-8ECF-965A-5C76-CDAF0C7ADE2D}"/>
              </a:ext>
            </a:extLst>
          </p:cNvPr>
          <p:cNvSpPr>
            <a:spLocks noGrp="1"/>
          </p:cNvSpPr>
          <p:nvPr>
            <p:ph type="sldNum" sz="quarter" idx="5"/>
          </p:nvPr>
        </p:nvSpPr>
        <p:spPr/>
        <p:txBody>
          <a:bodyPr/>
          <a:lstStyle/>
          <a:p>
            <a:pPr defTabSz="966612"/>
            <a:fld id="{BFDD6F49-EBB7-4CCF-97A8-E526BB28BB69}" type="slidenum">
              <a:rPr lang="en-US">
                <a:solidFill>
                  <a:prstClr val="black"/>
                </a:solidFill>
                <a:latin typeface="Aptos" panose="02110004020202020204"/>
              </a:rPr>
              <a:pPr defTabSz="966612"/>
              <a:t>9</a:t>
            </a:fld>
            <a:endParaRPr lang="en-US" dirty="0">
              <a:solidFill>
                <a:prstClr val="black"/>
              </a:solidFill>
              <a:latin typeface="Aptos" panose="02110004020202020204"/>
            </a:endParaRPr>
          </a:p>
        </p:txBody>
      </p:sp>
    </p:spTree>
    <p:extLst>
      <p:ext uri="{BB962C8B-B14F-4D97-AF65-F5344CB8AC3E}">
        <p14:creationId xmlns:p14="http://schemas.microsoft.com/office/powerpoint/2010/main" val="10055740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ext Cover 1">
    <p:bg>
      <p:bgPr>
        <a:solidFill>
          <a:schemeClr val="accent6"/>
        </a:solidFill>
        <a:effectLst/>
      </p:bgPr>
    </p:bg>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887340F4-9434-47C2-9CB2-6C0ACFBEFAB5}"/>
              </a:ext>
            </a:extLst>
          </p:cNvPr>
          <p:cNvCxnSpPr>
            <a:cxnSpLocks/>
          </p:cNvCxnSpPr>
          <p:nvPr/>
        </p:nvCxnSpPr>
        <p:spPr>
          <a:xfrm>
            <a:off x="3584575" y="601449"/>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26" name="Holder 3">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5" y="1554448"/>
            <a:ext cx="1328469"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GB" sz="1050" b="1" kern="1200" spc="-3" dirty="0" err="1" smtClean="0">
                <a:solidFill>
                  <a:srgbClr val="FFFFFF"/>
                </a:solidFill>
                <a:latin typeface="Space Mono" panose="02000509040000020004" pitchFamily="49" charset="0"/>
                <a:ea typeface="+mn-ea"/>
                <a:cs typeface="Space Mono" panose="02000509040000020004" pitchFamily="49" charset="0"/>
              </a:defRPr>
            </a:lvl1pPr>
          </a:lstStyle>
          <a:p>
            <a:r>
              <a:rPr lang="en-GB"/>
              <a:t>21 JANUARY 2021</a:t>
            </a:r>
          </a:p>
          <a:p>
            <a:endParaRPr/>
          </a:p>
        </p:txBody>
      </p:sp>
      <p:sp>
        <p:nvSpPr>
          <p:cNvPr id="8" name="Title 7">
            <a:extLst>
              <a:ext uri="{FF2B5EF4-FFF2-40B4-BE49-F238E27FC236}">
                <a16:creationId xmlns:a16="http://schemas.microsoft.com/office/drawing/2014/main" id="{51B9FA0E-E9B2-48CD-AB3E-621C23814C7E}"/>
              </a:ext>
            </a:extLst>
          </p:cNvPr>
          <p:cNvSpPr>
            <a:spLocks noGrp="1"/>
          </p:cNvSpPr>
          <p:nvPr>
            <p:ph type="title"/>
          </p:nvPr>
        </p:nvSpPr>
        <p:spPr>
          <a:xfrm>
            <a:off x="3581238" y="1451248"/>
            <a:ext cx="7585236" cy="3210125"/>
          </a:xfrm>
        </p:spPr>
        <p:txBody>
          <a:bodyPr/>
          <a:lstStyle>
            <a:lvl1pPr>
              <a:defRPr sz="6600">
                <a:solidFill>
                  <a:schemeClr val="bg1"/>
                </a:solidFill>
              </a:defRPr>
            </a:lvl1pPr>
          </a:lstStyle>
          <a:p>
            <a:r>
              <a:rPr lang="en-US"/>
              <a:t>Click to edit Master title style</a:t>
            </a:r>
            <a:endParaRPr lang="en-GB"/>
          </a:p>
        </p:txBody>
      </p:sp>
      <p:sp>
        <p:nvSpPr>
          <p:cNvPr id="10" name="Content Placeholder 9">
            <a:extLst>
              <a:ext uri="{FF2B5EF4-FFF2-40B4-BE49-F238E27FC236}">
                <a16:creationId xmlns:a16="http://schemas.microsoft.com/office/drawing/2014/main" id="{7D9956ED-0AB6-478A-B82C-B67610F4E3D0}"/>
              </a:ext>
            </a:extLst>
          </p:cNvPr>
          <p:cNvSpPr>
            <a:spLocks noGrp="1"/>
          </p:cNvSpPr>
          <p:nvPr>
            <p:ph sz="quarter" idx="11" hasCustomPrompt="1"/>
          </p:nvPr>
        </p:nvSpPr>
        <p:spPr>
          <a:xfrm>
            <a:off x="3584575" y="4727575"/>
            <a:ext cx="5534025" cy="1250951"/>
          </a:xfrm>
        </p:spPr>
        <p:txBody>
          <a:bodyPr tIns="0">
            <a:noAutofit/>
          </a:bodyPr>
          <a:lstStyle>
            <a:lvl1pPr>
              <a:spcBef>
                <a:spcPts val="0"/>
              </a:spcBef>
              <a:spcAft>
                <a:spcPts val="0"/>
              </a:spcAft>
              <a:defRPr sz="1700">
                <a:solidFill>
                  <a:schemeClr val="bg1"/>
                </a:solidFill>
                <a:latin typeface="+mn-lt"/>
              </a:defRPr>
            </a:lvl1pPr>
            <a:lvl2pPr>
              <a:spcBef>
                <a:spcPts val="0"/>
              </a:spcBef>
              <a:spcAft>
                <a:spcPts val="0"/>
              </a:spcAft>
              <a:defRPr sz="1700">
                <a:solidFill>
                  <a:schemeClr val="bg1"/>
                </a:solidFill>
              </a:defRPr>
            </a:lvl2pPr>
            <a:lvl3pPr>
              <a:defRPr>
                <a:solidFill>
                  <a:schemeClr val="bg1"/>
                </a:solidFill>
              </a:defRPr>
            </a:lvl3pPr>
            <a:lvl4pPr>
              <a:defRPr>
                <a:solidFill>
                  <a:schemeClr val="bg1"/>
                </a:solidFill>
              </a:defRPr>
            </a:lvl4pPr>
            <a:lvl5pPr>
              <a:defRPr sz="1700" b="0">
                <a:solidFill>
                  <a:schemeClr val="bg1"/>
                </a:solidFill>
                <a:latin typeface="+mn-lt"/>
              </a:defRPr>
            </a:lvl5pPr>
          </a:lstStyle>
          <a:p>
            <a:pPr lvl="0"/>
            <a:r>
              <a:rPr lang="en-US"/>
              <a:t>Subheading</a:t>
            </a:r>
          </a:p>
          <a:p>
            <a:pPr lvl="1"/>
            <a:r>
              <a:rPr lang="en-US"/>
              <a:t>Subheading 2</a:t>
            </a:r>
            <a:endParaRPr lang="en-GB"/>
          </a:p>
        </p:txBody>
      </p:sp>
      <p:sp>
        <p:nvSpPr>
          <p:cNvPr id="22" name="Rectangle 21">
            <a:extLst>
              <a:ext uri="{FF2B5EF4-FFF2-40B4-BE49-F238E27FC236}">
                <a16:creationId xmlns:a16="http://schemas.microsoft.com/office/drawing/2014/main" id="{51402F92-C298-4C9D-B165-225CA6300EEC}"/>
              </a:ext>
            </a:extLst>
          </p:cNvPr>
          <p:cNvSpPr/>
          <p:nvPr/>
        </p:nvSpPr>
        <p:spPr>
          <a:xfrm>
            <a:off x="0" y="0"/>
            <a:ext cx="3584575" cy="10916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Connector 15">
            <a:extLst>
              <a:ext uri="{FF2B5EF4-FFF2-40B4-BE49-F238E27FC236}">
                <a16:creationId xmlns:a16="http://schemas.microsoft.com/office/drawing/2014/main" id="{1966C4C6-F1A2-4A38-9A31-435D9A2CDF67}"/>
              </a:ext>
            </a:extLst>
          </p:cNvPr>
          <p:cNvCxnSpPr>
            <a:cxnSpLocks/>
          </p:cNvCxnSpPr>
          <p:nvPr/>
        </p:nvCxnSpPr>
        <p:spPr>
          <a:xfrm>
            <a:off x="3584575" y="601449"/>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CE35D7B5-D90F-42C0-A009-8563EAB2BC7A}"/>
              </a:ext>
            </a:extLst>
          </p:cNvPr>
          <p:cNvSpPr/>
          <p:nvPr/>
        </p:nvSpPr>
        <p:spPr>
          <a:xfrm>
            <a:off x="0" y="0"/>
            <a:ext cx="3584575" cy="10916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a:extLst>
              <a:ext uri="{FF2B5EF4-FFF2-40B4-BE49-F238E27FC236}">
                <a16:creationId xmlns:a16="http://schemas.microsoft.com/office/drawing/2014/main" id="{A9F76590-D194-4616-B4B7-387B12B531DC}"/>
              </a:ext>
            </a:extLst>
          </p:cNvPr>
          <p:cNvPicPr>
            <a:picLocks noChangeAspect="1"/>
          </p:cNvPicPr>
          <p:nvPr userDrawn="1"/>
        </p:nvPicPr>
        <p:blipFill>
          <a:blip r:embed="rId2"/>
          <a:stretch>
            <a:fillRect/>
          </a:stretch>
        </p:blipFill>
        <p:spPr>
          <a:xfrm>
            <a:off x="10755020" y="482113"/>
            <a:ext cx="922631" cy="229614"/>
          </a:xfrm>
          <a:prstGeom prst="rect">
            <a:avLst/>
          </a:prstGeom>
        </p:spPr>
      </p:pic>
    </p:spTree>
    <p:extLst>
      <p:ext uri="{BB962C8B-B14F-4D97-AF65-F5344CB8AC3E}">
        <p14:creationId xmlns:p14="http://schemas.microsoft.com/office/powerpoint/2010/main" val="2077423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250" fill="hold"/>
                                        <p:tgtEl>
                                          <p:spTgt spid="25"/>
                                        </p:tgtEl>
                                        <p:attrNameLst>
                                          <p:attrName>ppt_x</p:attrName>
                                        </p:attrNameLst>
                                      </p:cBhvr>
                                      <p:tavLst>
                                        <p:tav tm="0">
                                          <p:val>
                                            <p:strVal val="0-#ppt_w/2"/>
                                          </p:val>
                                        </p:tav>
                                        <p:tav tm="100000">
                                          <p:val>
                                            <p:strVal val="#ppt_x"/>
                                          </p:val>
                                        </p:tav>
                                      </p:tavLst>
                                    </p:anim>
                                    <p:anim calcmode="lin" valueType="num">
                                      <p:cBhvr additive="base">
                                        <p:cTn id="8" dur="2250" fill="hold"/>
                                        <p:tgtEl>
                                          <p:spTgt spid="25"/>
                                        </p:tgtEl>
                                        <p:attrNameLst>
                                          <p:attrName>ppt_y</p:attrName>
                                        </p:attrNameLst>
                                      </p:cBhvr>
                                      <p:tavLst>
                                        <p:tav tm="0">
                                          <p:val>
                                            <p:strVal val="#ppt_y"/>
                                          </p:val>
                                        </p:tav>
                                        <p:tav tm="100000">
                                          <p:val>
                                            <p:strVal val="#ppt_y"/>
                                          </p:val>
                                        </p:tav>
                                      </p:tavLst>
                                    </p:anim>
                                  </p:childTnLst>
                                </p:cTn>
                              </p:par>
                            </p:childTnLst>
                          </p:cTn>
                        </p:par>
                        <p:par>
                          <p:cTn id="9" fill="hold">
                            <p:stCondLst>
                              <p:cond delay="2250"/>
                            </p:stCondLst>
                            <p:childTnLst>
                              <p:par>
                                <p:cTn id="10" presetID="2" presetClass="entr" presetSubtype="8" fill="hold" nodeType="after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2250" fill="hold"/>
                                        <p:tgtEl>
                                          <p:spTgt spid="16"/>
                                        </p:tgtEl>
                                        <p:attrNameLst>
                                          <p:attrName>ppt_x</p:attrName>
                                        </p:attrNameLst>
                                      </p:cBhvr>
                                      <p:tavLst>
                                        <p:tav tm="0">
                                          <p:val>
                                            <p:strVal val="0-#ppt_w/2"/>
                                          </p:val>
                                        </p:tav>
                                        <p:tav tm="100000">
                                          <p:val>
                                            <p:strVal val="#ppt_x"/>
                                          </p:val>
                                        </p:tav>
                                      </p:tavLst>
                                    </p:anim>
                                    <p:anim calcmode="lin" valueType="num">
                                      <p:cBhvr additive="base">
                                        <p:cTn id="13" dur="225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ext Cover 2">
    <p:bg>
      <p:bgPr>
        <a:solidFill>
          <a:schemeClr val="accent6"/>
        </a:solidFill>
        <a:effectLst/>
      </p:bgPr>
    </p:bg>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887340F4-9434-47C2-9CB2-6C0ACFBEFAB5}"/>
              </a:ext>
            </a:extLst>
          </p:cNvPr>
          <p:cNvCxnSpPr>
            <a:cxnSpLocks/>
          </p:cNvCxnSpPr>
          <p:nvPr userDrawn="1"/>
        </p:nvCxnSpPr>
        <p:spPr>
          <a:xfrm>
            <a:off x="3584575" y="601449"/>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26" name="Holder 3">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5" y="1554448"/>
            <a:ext cx="1328469"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GB" sz="1050" b="1" kern="1200" spc="-3" dirty="0" err="1" smtClean="0">
                <a:solidFill>
                  <a:srgbClr val="FFFFFF"/>
                </a:solidFill>
                <a:latin typeface="Space Mono" panose="02000509040000020004" pitchFamily="49" charset="0"/>
                <a:ea typeface="+mn-ea"/>
                <a:cs typeface="Space Mono" panose="02000509040000020004" pitchFamily="49" charset="0"/>
              </a:defRPr>
            </a:lvl1pPr>
          </a:lstStyle>
          <a:p>
            <a:r>
              <a:rPr lang="en-GB"/>
              <a:t>21 JANUARY 2021</a:t>
            </a:r>
          </a:p>
          <a:p>
            <a:endParaRPr/>
          </a:p>
        </p:txBody>
      </p:sp>
      <p:sp>
        <p:nvSpPr>
          <p:cNvPr id="8" name="Title 7">
            <a:extLst>
              <a:ext uri="{FF2B5EF4-FFF2-40B4-BE49-F238E27FC236}">
                <a16:creationId xmlns:a16="http://schemas.microsoft.com/office/drawing/2014/main" id="{51B9FA0E-E9B2-48CD-AB3E-621C23814C7E}"/>
              </a:ext>
            </a:extLst>
          </p:cNvPr>
          <p:cNvSpPr>
            <a:spLocks noGrp="1"/>
          </p:cNvSpPr>
          <p:nvPr>
            <p:ph type="title"/>
          </p:nvPr>
        </p:nvSpPr>
        <p:spPr>
          <a:xfrm>
            <a:off x="3593749" y="1524787"/>
            <a:ext cx="7021090" cy="3024184"/>
          </a:xfrm>
        </p:spPr>
        <p:txBody>
          <a:bodyPr/>
          <a:lstStyle>
            <a:lvl1pPr>
              <a:lnSpc>
                <a:spcPct val="80000"/>
              </a:lnSpc>
              <a:defRPr sz="9600">
                <a:solidFill>
                  <a:schemeClr val="bg1"/>
                </a:solidFill>
              </a:defRPr>
            </a:lvl1pPr>
          </a:lstStyle>
          <a:p>
            <a:r>
              <a:rPr lang="en-US"/>
              <a:t>Click to edit Master title style</a:t>
            </a:r>
            <a:endParaRPr lang="en-GB"/>
          </a:p>
        </p:txBody>
      </p:sp>
      <p:sp>
        <p:nvSpPr>
          <p:cNvPr id="22" name="Rectangle 21">
            <a:extLst>
              <a:ext uri="{FF2B5EF4-FFF2-40B4-BE49-F238E27FC236}">
                <a16:creationId xmlns:a16="http://schemas.microsoft.com/office/drawing/2014/main" id="{51402F92-C298-4C9D-B165-225CA6300EEC}"/>
              </a:ext>
            </a:extLst>
          </p:cNvPr>
          <p:cNvSpPr/>
          <p:nvPr userDrawn="1"/>
        </p:nvSpPr>
        <p:spPr>
          <a:xfrm>
            <a:off x="0" y="0"/>
            <a:ext cx="3584575" cy="10916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pic>
        <p:nvPicPr>
          <p:cNvPr id="20" name="Picture 19">
            <a:extLst>
              <a:ext uri="{FF2B5EF4-FFF2-40B4-BE49-F238E27FC236}">
                <a16:creationId xmlns:a16="http://schemas.microsoft.com/office/drawing/2014/main" id="{4142A7DB-8F59-47AF-82E8-D7354160FA97}"/>
              </a:ext>
            </a:extLst>
          </p:cNvPr>
          <p:cNvPicPr>
            <a:picLocks noChangeAspect="1"/>
          </p:cNvPicPr>
          <p:nvPr userDrawn="1"/>
        </p:nvPicPr>
        <p:blipFill>
          <a:blip r:embed="rId2"/>
          <a:stretch>
            <a:fillRect/>
          </a:stretch>
        </p:blipFill>
        <p:spPr>
          <a:xfrm>
            <a:off x="10755020" y="482113"/>
            <a:ext cx="922631" cy="229614"/>
          </a:xfrm>
          <a:prstGeom prst="rect">
            <a:avLst/>
          </a:prstGeom>
        </p:spPr>
      </p:pic>
    </p:spTree>
    <p:extLst>
      <p:ext uri="{BB962C8B-B14F-4D97-AF65-F5344CB8AC3E}">
        <p14:creationId xmlns:p14="http://schemas.microsoft.com/office/powerpoint/2010/main" val="3070760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250" fill="hold"/>
                                        <p:tgtEl>
                                          <p:spTgt spid="25"/>
                                        </p:tgtEl>
                                        <p:attrNameLst>
                                          <p:attrName>ppt_x</p:attrName>
                                        </p:attrNameLst>
                                      </p:cBhvr>
                                      <p:tavLst>
                                        <p:tav tm="0">
                                          <p:val>
                                            <p:strVal val="0-#ppt_w/2"/>
                                          </p:val>
                                        </p:tav>
                                        <p:tav tm="100000">
                                          <p:val>
                                            <p:strVal val="#ppt_x"/>
                                          </p:val>
                                        </p:tav>
                                      </p:tavLst>
                                    </p:anim>
                                    <p:anim calcmode="lin" valueType="num">
                                      <p:cBhvr additive="base">
                                        <p:cTn id="8" dur="2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ext Cover 3">
    <p:bg>
      <p:bgPr>
        <a:solidFill>
          <a:schemeClr val="bg1"/>
        </a:solidFill>
        <a:effectLst/>
      </p:bgPr>
    </p:bg>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887340F4-9434-47C2-9CB2-6C0ACFBEFAB5}"/>
              </a:ext>
            </a:extLst>
          </p:cNvPr>
          <p:cNvCxnSpPr>
            <a:cxnSpLocks/>
          </p:cNvCxnSpPr>
          <p:nvPr/>
        </p:nvCxnSpPr>
        <p:spPr>
          <a:xfrm>
            <a:off x="3584575" y="601449"/>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26" name="Holder 3">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5" y="1554448"/>
            <a:ext cx="1328469"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GB" sz="1050" b="1" kern="1200" spc="-3" dirty="0" err="1" smtClean="0">
                <a:solidFill>
                  <a:schemeClr val="accent6"/>
                </a:solidFill>
                <a:latin typeface="Space Mono" panose="02000509040000020004" pitchFamily="49" charset="0"/>
                <a:ea typeface="+mn-ea"/>
                <a:cs typeface="Space Mono" panose="02000509040000020004" pitchFamily="49" charset="0"/>
              </a:defRPr>
            </a:lvl1pPr>
          </a:lstStyle>
          <a:p>
            <a:r>
              <a:rPr lang="en-GB"/>
              <a:t>21 JANUARY 2021</a:t>
            </a:r>
          </a:p>
          <a:p>
            <a:endParaRPr/>
          </a:p>
        </p:txBody>
      </p:sp>
      <p:sp>
        <p:nvSpPr>
          <p:cNvPr id="8" name="Title 7">
            <a:extLst>
              <a:ext uri="{FF2B5EF4-FFF2-40B4-BE49-F238E27FC236}">
                <a16:creationId xmlns:a16="http://schemas.microsoft.com/office/drawing/2014/main" id="{51B9FA0E-E9B2-48CD-AB3E-621C23814C7E}"/>
              </a:ext>
            </a:extLst>
          </p:cNvPr>
          <p:cNvSpPr>
            <a:spLocks noGrp="1"/>
          </p:cNvSpPr>
          <p:nvPr>
            <p:ph type="title"/>
          </p:nvPr>
        </p:nvSpPr>
        <p:spPr>
          <a:xfrm>
            <a:off x="3584575" y="1457151"/>
            <a:ext cx="7070725" cy="3168821"/>
          </a:xfrm>
        </p:spPr>
        <p:txBody>
          <a:bodyPr/>
          <a:lstStyle>
            <a:lvl1pPr>
              <a:defRPr sz="6600">
                <a:solidFill>
                  <a:schemeClr val="accent6"/>
                </a:solidFill>
              </a:defRPr>
            </a:lvl1pPr>
          </a:lstStyle>
          <a:p>
            <a:r>
              <a:rPr lang="en-US"/>
              <a:t>Click to edit Master title style</a:t>
            </a:r>
            <a:endParaRPr lang="en-GB"/>
          </a:p>
        </p:txBody>
      </p:sp>
      <p:sp>
        <p:nvSpPr>
          <p:cNvPr id="10" name="Content Placeholder 9">
            <a:extLst>
              <a:ext uri="{FF2B5EF4-FFF2-40B4-BE49-F238E27FC236}">
                <a16:creationId xmlns:a16="http://schemas.microsoft.com/office/drawing/2014/main" id="{7D9956ED-0AB6-478A-B82C-B67610F4E3D0}"/>
              </a:ext>
            </a:extLst>
          </p:cNvPr>
          <p:cNvSpPr>
            <a:spLocks noGrp="1"/>
          </p:cNvSpPr>
          <p:nvPr>
            <p:ph sz="quarter" idx="11" hasCustomPrompt="1"/>
          </p:nvPr>
        </p:nvSpPr>
        <p:spPr>
          <a:xfrm>
            <a:off x="3593749" y="4727575"/>
            <a:ext cx="5522912" cy="1250951"/>
          </a:xfrm>
        </p:spPr>
        <p:txBody>
          <a:bodyPr tIns="0">
            <a:noAutofit/>
          </a:bodyPr>
          <a:lstStyle>
            <a:lvl1pPr>
              <a:spcBef>
                <a:spcPts val="0"/>
              </a:spcBef>
              <a:spcAft>
                <a:spcPts val="0"/>
              </a:spcAft>
              <a:defRPr sz="1700">
                <a:solidFill>
                  <a:schemeClr val="tx1"/>
                </a:solidFill>
                <a:latin typeface="+mn-lt"/>
              </a:defRPr>
            </a:lvl1pPr>
            <a:lvl2pPr>
              <a:spcBef>
                <a:spcPts val="0"/>
              </a:spcBef>
              <a:spcAft>
                <a:spcPts val="0"/>
              </a:spcAft>
              <a:defRPr sz="1700">
                <a:solidFill>
                  <a:schemeClr val="tx1"/>
                </a:solidFill>
              </a:defRPr>
            </a:lvl2pPr>
            <a:lvl3pPr>
              <a:defRPr>
                <a:solidFill>
                  <a:schemeClr val="bg1"/>
                </a:solidFill>
              </a:defRPr>
            </a:lvl3pPr>
            <a:lvl4pPr>
              <a:defRPr>
                <a:solidFill>
                  <a:schemeClr val="bg1"/>
                </a:solidFill>
              </a:defRPr>
            </a:lvl4pPr>
            <a:lvl5pPr>
              <a:defRPr sz="1700" b="0">
                <a:solidFill>
                  <a:schemeClr val="accent6"/>
                </a:solidFill>
                <a:latin typeface="+mn-lt"/>
              </a:defRPr>
            </a:lvl5pPr>
          </a:lstStyle>
          <a:p>
            <a:pPr lvl="0"/>
            <a:r>
              <a:rPr lang="en-US"/>
              <a:t>Subheading</a:t>
            </a:r>
          </a:p>
          <a:p>
            <a:pPr lvl="1"/>
            <a:r>
              <a:rPr lang="en-US"/>
              <a:t>Subheading 2</a:t>
            </a:r>
            <a:endParaRPr lang="en-GB"/>
          </a:p>
        </p:txBody>
      </p:sp>
      <p:sp>
        <p:nvSpPr>
          <p:cNvPr id="22" name="Rectangle 21">
            <a:extLst>
              <a:ext uri="{FF2B5EF4-FFF2-40B4-BE49-F238E27FC236}">
                <a16:creationId xmlns:a16="http://schemas.microsoft.com/office/drawing/2014/main" id="{51402F92-C298-4C9D-B165-225CA6300EEC}"/>
              </a:ext>
            </a:extLst>
          </p:cNvPr>
          <p:cNvSpPr/>
          <p:nvPr/>
        </p:nvSpPr>
        <p:spPr>
          <a:xfrm>
            <a:off x="0" y="0"/>
            <a:ext cx="3584575" cy="109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0E18E39C-4E0E-44E2-9357-20A295465EFF}"/>
              </a:ext>
            </a:extLst>
          </p:cNvPr>
          <p:cNvPicPr>
            <a:picLocks noChangeAspect="1"/>
          </p:cNvPicPr>
          <p:nvPr userDrawn="1"/>
        </p:nvPicPr>
        <p:blipFill>
          <a:blip r:embed="rId2"/>
          <a:stretch>
            <a:fillRect/>
          </a:stretch>
        </p:blipFill>
        <p:spPr>
          <a:xfrm>
            <a:off x="10755020" y="482113"/>
            <a:ext cx="921449" cy="229614"/>
          </a:xfrm>
          <a:prstGeom prst="rect">
            <a:avLst/>
          </a:prstGeom>
        </p:spPr>
      </p:pic>
    </p:spTree>
    <p:extLst>
      <p:ext uri="{BB962C8B-B14F-4D97-AF65-F5344CB8AC3E}">
        <p14:creationId xmlns:p14="http://schemas.microsoft.com/office/powerpoint/2010/main" val="238543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250" fill="hold"/>
                                        <p:tgtEl>
                                          <p:spTgt spid="25"/>
                                        </p:tgtEl>
                                        <p:attrNameLst>
                                          <p:attrName>ppt_x</p:attrName>
                                        </p:attrNameLst>
                                      </p:cBhvr>
                                      <p:tavLst>
                                        <p:tav tm="0">
                                          <p:val>
                                            <p:strVal val="0-#ppt_w/2"/>
                                          </p:val>
                                        </p:tav>
                                        <p:tav tm="100000">
                                          <p:val>
                                            <p:strVal val="#ppt_x"/>
                                          </p:val>
                                        </p:tav>
                                      </p:tavLst>
                                    </p:anim>
                                    <p:anim calcmode="lin" valueType="num">
                                      <p:cBhvr additive="base">
                                        <p:cTn id="8" dur="2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ext Cover 4">
    <p:bg>
      <p:bgPr>
        <a:solidFill>
          <a:schemeClr val="bg1"/>
        </a:solidFill>
        <a:effectLst/>
      </p:bgPr>
    </p:bg>
    <p:spTree>
      <p:nvGrpSpPr>
        <p:cNvPr id="1" name=""/>
        <p:cNvGrpSpPr/>
        <p:nvPr/>
      </p:nvGrpSpPr>
      <p:grpSpPr>
        <a:xfrm>
          <a:off x="0" y="0"/>
          <a:ext cx="0" cy="0"/>
          <a:chOff x="0" y="0"/>
          <a:chExt cx="0" cy="0"/>
        </a:xfrm>
      </p:grpSpPr>
      <p:sp>
        <p:nvSpPr>
          <p:cNvPr id="26" name="Holder 3">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5" y="1554448"/>
            <a:ext cx="1328469"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GB" sz="1050" b="1" kern="1200" spc="-3" dirty="0" err="1" smtClean="0">
                <a:solidFill>
                  <a:schemeClr val="accent6"/>
                </a:solidFill>
                <a:latin typeface="Space Mono" panose="02000509040000020004" pitchFamily="49" charset="0"/>
                <a:ea typeface="+mn-ea"/>
                <a:cs typeface="Space Mono" panose="02000509040000020004" pitchFamily="49" charset="0"/>
              </a:defRPr>
            </a:lvl1pPr>
          </a:lstStyle>
          <a:p>
            <a:r>
              <a:rPr lang="en-GB"/>
              <a:t>21 JANUARY 2021</a:t>
            </a:r>
          </a:p>
          <a:p>
            <a:endParaRPr/>
          </a:p>
        </p:txBody>
      </p:sp>
      <p:sp>
        <p:nvSpPr>
          <p:cNvPr id="8" name="Title 7">
            <a:extLst>
              <a:ext uri="{FF2B5EF4-FFF2-40B4-BE49-F238E27FC236}">
                <a16:creationId xmlns:a16="http://schemas.microsoft.com/office/drawing/2014/main" id="{51B9FA0E-E9B2-48CD-AB3E-621C23814C7E}"/>
              </a:ext>
            </a:extLst>
          </p:cNvPr>
          <p:cNvSpPr>
            <a:spLocks noGrp="1"/>
          </p:cNvSpPr>
          <p:nvPr>
            <p:ph type="title"/>
          </p:nvPr>
        </p:nvSpPr>
        <p:spPr>
          <a:xfrm>
            <a:off x="3584575" y="1524787"/>
            <a:ext cx="7543378" cy="3024184"/>
          </a:xfrm>
        </p:spPr>
        <p:txBody>
          <a:bodyPr/>
          <a:lstStyle>
            <a:lvl1pPr>
              <a:lnSpc>
                <a:spcPct val="80000"/>
              </a:lnSpc>
              <a:defRPr sz="9600">
                <a:solidFill>
                  <a:schemeClr val="accent6"/>
                </a:solidFill>
              </a:defRPr>
            </a:lvl1pPr>
          </a:lstStyle>
          <a:p>
            <a:r>
              <a:rPr lang="en-US"/>
              <a:t>Click to edit Master title style</a:t>
            </a:r>
            <a:endParaRPr lang="en-GB"/>
          </a:p>
        </p:txBody>
      </p:sp>
      <p:cxnSp>
        <p:nvCxnSpPr>
          <p:cNvPr id="25" name="Straight Connector 24">
            <a:extLst>
              <a:ext uri="{FF2B5EF4-FFF2-40B4-BE49-F238E27FC236}">
                <a16:creationId xmlns:a16="http://schemas.microsoft.com/office/drawing/2014/main" id="{887340F4-9434-47C2-9CB2-6C0ACFBEFAB5}"/>
              </a:ext>
            </a:extLst>
          </p:cNvPr>
          <p:cNvCxnSpPr>
            <a:cxnSpLocks/>
          </p:cNvCxnSpPr>
          <p:nvPr userDrawn="1"/>
        </p:nvCxnSpPr>
        <p:spPr>
          <a:xfrm>
            <a:off x="3584575" y="601449"/>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51402F92-C298-4C9D-B165-225CA6300EEC}"/>
              </a:ext>
            </a:extLst>
          </p:cNvPr>
          <p:cNvSpPr/>
          <p:nvPr/>
        </p:nvSpPr>
        <p:spPr>
          <a:xfrm>
            <a:off x="0" y="0"/>
            <a:ext cx="3584575" cy="109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9CA78638-F7C0-4118-97E4-22DFB1A4D985}"/>
              </a:ext>
            </a:extLst>
          </p:cNvPr>
          <p:cNvPicPr>
            <a:picLocks noChangeAspect="1"/>
          </p:cNvPicPr>
          <p:nvPr userDrawn="1"/>
        </p:nvPicPr>
        <p:blipFill>
          <a:blip r:embed="rId2"/>
          <a:stretch>
            <a:fillRect/>
          </a:stretch>
        </p:blipFill>
        <p:spPr>
          <a:xfrm>
            <a:off x="10755020" y="482113"/>
            <a:ext cx="921449" cy="229614"/>
          </a:xfrm>
          <a:prstGeom prst="rect">
            <a:avLst/>
          </a:prstGeom>
        </p:spPr>
      </p:pic>
    </p:spTree>
    <p:extLst>
      <p:ext uri="{BB962C8B-B14F-4D97-AF65-F5344CB8AC3E}">
        <p14:creationId xmlns:p14="http://schemas.microsoft.com/office/powerpoint/2010/main" val="344229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250" fill="hold"/>
                                        <p:tgtEl>
                                          <p:spTgt spid="25"/>
                                        </p:tgtEl>
                                        <p:attrNameLst>
                                          <p:attrName>ppt_x</p:attrName>
                                        </p:attrNameLst>
                                      </p:cBhvr>
                                      <p:tavLst>
                                        <p:tav tm="0">
                                          <p:val>
                                            <p:strVal val="0-#ppt_w/2"/>
                                          </p:val>
                                        </p:tav>
                                        <p:tav tm="100000">
                                          <p:val>
                                            <p:strVal val="#ppt_x"/>
                                          </p:val>
                                        </p:tav>
                                      </p:tavLst>
                                    </p:anim>
                                    <p:anim calcmode="lin" valueType="num">
                                      <p:cBhvr additive="base">
                                        <p:cTn id="8" dur="2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Image Cover 1">
    <p:bg>
      <p:bgPr>
        <a:solidFill>
          <a:schemeClr val="accent6"/>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6F222E5-437D-4D26-94F0-6DA259B5944D}"/>
              </a:ext>
            </a:extLst>
          </p:cNvPr>
          <p:cNvSpPr>
            <a:spLocks noGrp="1"/>
          </p:cNvSpPr>
          <p:nvPr>
            <p:ph type="pic" sz="quarter" idx="12"/>
          </p:nvPr>
        </p:nvSpPr>
        <p:spPr>
          <a:xfrm>
            <a:off x="3584575" y="1606550"/>
            <a:ext cx="8094664" cy="4775200"/>
          </a:xfrm>
        </p:spPr>
        <p:txBody>
          <a:bodyPr/>
          <a:lstStyle>
            <a:lvl1pPr>
              <a:defRPr>
                <a:solidFill>
                  <a:schemeClr val="bg1"/>
                </a:solidFill>
              </a:defRPr>
            </a:lvl1pPr>
          </a:lstStyle>
          <a:p>
            <a:r>
              <a:rPr lang="en-US"/>
              <a:t>Click icon to add picture</a:t>
            </a:r>
            <a:endParaRPr lang="en-GB"/>
          </a:p>
        </p:txBody>
      </p:sp>
      <p:cxnSp>
        <p:nvCxnSpPr>
          <p:cNvPr id="7" name="Straight Connector 6">
            <a:extLst>
              <a:ext uri="{FF2B5EF4-FFF2-40B4-BE49-F238E27FC236}">
                <a16:creationId xmlns:a16="http://schemas.microsoft.com/office/drawing/2014/main" id="{4B50443A-8339-4B27-B4A9-FF02F1201B4A}"/>
              </a:ext>
            </a:extLst>
          </p:cNvPr>
          <p:cNvCxnSpPr>
            <a:cxnSpLocks/>
          </p:cNvCxnSpPr>
          <p:nvPr userDrawn="1"/>
        </p:nvCxnSpPr>
        <p:spPr>
          <a:xfrm>
            <a:off x="3584575" y="601449"/>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26" name="Holder 3">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4" y="6217054"/>
            <a:ext cx="1435101"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GB" sz="1050" b="0" kern="1200" spc="-3" dirty="0" err="1" smtClean="0">
                <a:solidFill>
                  <a:srgbClr val="FFFFFF"/>
                </a:solidFill>
                <a:latin typeface="Space Mono" panose="02000509040000020004" pitchFamily="49" charset="0"/>
                <a:ea typeface="+mn-ea"/>
                <a:cs typeface="Space Mono" panose="02000509040000020004" pitchFamily="49" charset="0"/>
              </a:defRPr>
            </a:lvl1pPr>
          </a:lstStyle>
          <a:p>
            <a:r>
              <a:rPr lang="en-GB"/>
              <a:t>21 JANUARY 2021</a:t>
            </a:r>
          </a:p>
          <a:p>
            <a:endParaRPr/>
          </a:p>
        </p:txBody>
      </p:sp>
      <p:sp>
        <p:nvSpPr>
          <p:cNvPr id="8" name="Title 7">
            <a:extLst>
              <a:ext uri="{FF2B5EF4-FFF2-40B4-BE49-F238E27FC236}">
                <a16:creationId xmlns:a16="http://schemas.microsoft.com/office/drawing/2014/main" id="{51B9FA0E-E9B2-48CD-AB3E-621C23814C7E}"/>
              </a:ext>
            </a:extLst>
          </p:cNvPr>
          <p:cNvSpPr>
            <a:spLocks noGrp="1"/>
          </p:cNvSpPr>
          <p:nvPr>
            <p:ph type="title"/>
          </p:nvPr>
        </p:nvSpPr>
        <p:spPr>
          <a:xfrm>
            <a:off x="512765" y="1548314"/>
            <a:ext cx="2459036" cy="1929899"/>
          </a:xfrm>
        </p:spPr>
        <p:txBody>
          <a:bodyPr/>
          <a:lstStyle>
            <a:lvl1pPr>
              <a:lnSpc>
                <a:spcPct val="85000"/>
              </a:lnSpc>
              <a:defRPr sz="4400">
                <a:solidFill>
                  <a:schemeClr val="bg1"/>
                </a:solidFill>
              </a:defRPr>
            </a:lvl1pPr>
          </a:lstStyle>
          <a:p>
            <a:r>
              <a:rPr lang="en-US"/>
              <a:t>Click to edit Master title style</a:t>
            </a:r>
            <a:endParaRPr lang="en-GB"/>
          </a:p>
        </p:txBody>
      </p:sp>
      <p:sp>
        <p:nvSpPr>
          <p:cNvPr id="10" name="Content Placeholder 9">
            <a:extLst>
              <a:ext uri="{FF2B5EF4-FFF2-40B4-BE49-F238E27FC236}">
                <a16:creationId xmlns:a16="http://schemas.microsoft.com/office/drawing/2014/main" id="{7D9956ED-0AB6-478A-B82C-B67610F4E3D0}"/>
              </a:ext>
            </a:extLst>
          </p:cNvPr>
          <p:cNvSpPr>
            <a:spLocks noGrp="1"/>
          </p:cNvSpPr>
          <p:nvPr>
            <p:ph sz="quarter" idx="11" hasCustomPrompt="1"/>
          </p:nvPr>
        </p:nvSpPr>
        <p:spPr>
          <a:xfrm>
            <a:off x="511175" y="4102100"/>
            <a:ext cx="2459036" cy="1149349"/>
          </a:xfrm>
        </p:spPr>
        <p:txBody>
          <a:bodyPr tIns="0">
            <a:noAutofit/>
          </a:bodyPr>
          <a:lstStyle>
            <a:lvl1pPr>
              <a:defRPr sz="17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sz="1700" b="0">
                <a:solidFill>
                  <a:schemeClr val="bg1"/>
                </a:solidFill>
                <a:latin typeface="+mn-lt"/>
              </a:defRPr>
            </a:lvl5pPr>
          </a:lstStyle>
          <a:p>
            <a:pPr lvl="0"/>
            <a:r>
              <a:rPr lang="en-US"/>
              <a:t>Fifth level</a:t>
            </a:r>
            <a:endParaRPr lang="en-GB"/>
          </a:p>
        </p:txBody>
      </p:sp>
      <p:sp>
        <p:nvSpPr>
          <p:cNvPr id="22" name="Rectangle 21">
            <a:extLst>
              <a:ext uri="{FF2B5EF4-FFF2-40B4-BE49-F238E27FC236}">
                <a16:creationId xmlns:a16="http://schemas.microsoft.com/office/drawing/2014/main" id="{51402F92-C298-4C9D-B165-225CA6300EEC}"/>
              </a:ext>
            </a:extLst>
          </p:cNvPr>
          <p:cNvSpPr/>
          <p:nvPr userDrawn="1"/>
        </p:nvSpPr>
        <p:spPr>
          <a:xfrm>
            <a:off x="0" y="0"/>
            <a:ext cx="3584575" cy="10916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a:extLst>
              <a:ext uri="{FF2B5EF4-FFF2-40B4-BE49-F238E27FC236}">
                <a16:creationId xmlns:a16="http://schemas.microsoft.com/office/drawing/2014/main" id="{6908F832-19E0-44E6-B581-490873FA7444}"/>
              </a:ext>
            </a:extLst>
          </p:cNvPr>
          <p:cNvPicPr>
            <a:picLocks noChangeAspect="1"/>
          </p:cNvPicPr>
          <p:nvPr userDrawn="1"/>
        </p:nvPicPr>
        <p:blipFill>
          <a:blip r:embed="rId2"/>
          <a:stretch>
            <a:fillRect/>
          </a:stretch>
        </p:blipFill>
        <p:spPr>
          <a:xfrm>
            <a:off x="10755020" y="482113"/>
            <a:ext cx="922631" cy="229614"/>
          </a:xfrm>
          <a:prstGeom prst="rect">
            <a:avLst/>
          </a:prstGeom>
        </p:spPr>
      </p:pic>
    </p:spTree>
    <p:extLst>
      <p:ext uri="{BB962C8B-B14F-4D97-AF65-F5344CB8AC3E}">
        <p14:creationId xmlns:p14="http://schemas.microsoft.com/office/powerpoint/2010/main" val="302766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250" fill="hold"/>
                                        <p:tgtEl>
                                          <p:spTgt spid="7"/>
                                        </p:tgtEl>
                                        <p:attrNameLst>
                                          <p:attrName>ppt_x</p:attrName>
                                        </p:attrNameLst>
                                      </p:cBhvr>
                                      <p:tavLst>
                                        <p:tav tm="0">
                                          <p:val>
                                            <p:strVal val="0-#ppt_w/2"/>
                                          </p:val>
                                        </p:tav>
                                        <p:tav tm="100000">
                                          <p:val>
                                            <p:strVal val="#ppt_x"/>
                                          </p:val>
                                        </p:tav>
                                      </p:tavLst>
                                    </p:anim>
                                    <p:anim calcmode="lin" valueType="num">
                                      <p:cBhvr additive="base">
                                        <p:cTn id="8" dur="2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Image Cover 3">
    <p:bg>
      <p:bgPr>
        <a:solidFill>
          <a:schemeClr val="bg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6F222E5-437D-4D26-94F0-6DA259B5944D}"/>
              </a:ext>
            </a:extLst>
          </p:cNvPr>
          <p:cNvSpPr>
            <a:spLocks noGrp="1"/>
          </p:cNvSpPr>
          <p:nvPr>
            <p:ph type="pic" sz="quarter" idx="12"/>
          </p:nvPr>
        </p:nvSpPr>
        <p:spPr>
          <a:xfrm>
            <a:off x="3584575" y="1606550"/>
            <a:ext cx="8094663" cy="4775200"/>
          </a:xfrm>
        </p:spPr>
        <p:txBody>
          <a:bodyPr/>
          <a:lstStyle>
            <a:lvl1pPr>
              <a:defRPr>
                <a:solidFill>
                  <a:schemeClr val="accent3"/>
                </a:solidFill>
              </a:defRPr>
            </a:lvl1pPr>
          </a:lstStyle>
          <a:p>
            <a:r>
              <a:rPr lang="en-US"/>
              <a:t>Click icon to add picture</a:t>
            </a:r>
            <a:endParaRPr lang="en-GB"/>
          </a:p>
        </p:txBody>
      </p:sp>
      <p:cxnSp>
        <p:nvCxnSpPr>
          <p:cNvPr id="7" name="Straight Connector 6">
            <a:extLst>
              <a:ext uri="{FF2B5EF4-FFF2-40B4-BE49-F238E27FC236}">
                <a16:creationId xmlns:a16="http://schemas.microsoft.com/office/drawing/2014/main" id="{4B50443A-8339-4B27-B4A9-FF02F1201B4A}"/>
              </a:ext>
            </a:extLst>
          </p:cNvPr>
          <p:cNvCxnSpPr>
            <a:cxnSpLocks/>
          </p:cNvCxnSpPr>
          <p:nvPr userDrawn="1"/>
        </p:nvCxnSpPr>
        <p:spPr>
          <a:xfrm>
            <a:off x="3584575" y="601449"/>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26" name="Holder 3">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4" y="6217054"/>
            <a:ext cx="1435101"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GB" sz="1050" b="0" kern="1200" spc="-3" dirty="0" err="1" smtClean="0">
                <a:solidFill>
                  <a:schemeClr val="accent6"/>
                </a:solidFill>
                <a:latin typeface="Space Mono" panose="02000509040000020004" pitchFamily="49" charset="0"/>
                <a:ea typeface="+mn-ea"/>
                <a:cs typeface="Space Mono" panose="02000509040000020004" pitchFamily="49" charset="0"/>
              </a:defRPr>
            </a:lvl1pPr>
          </a:lstStyle>
          <a:p>
            <a:r>
              <a:rPr lang="en-GB"/>
              <a:t>21 JANUARY 2021</a:t>
            </a:r>
          </a:p>
          <a:p>
            <a:endParaRPr/>
          </a:p>
        </p:txBody>
      </p:sp>
      <p:sp>
        <p:nvSpPr>
          <p:cNvPr id="8" name="Title 7">
            <a:extLst>
              <a:ext uri="{FF2B5EF4-FFF2-40B4-BE49-F238E27FC236}">
                <a16:creationId xmlns:a16="http://schemas.microsoft.com/office/drawing/2014/main" id="{51B9FA0E-E9B2-48CD-AB3E-621C23814C7E}"/>
              </a:ext>
            </a:extLst>
          </p:cNvPr>
          <p:cNvSpPr>
            <a:spLocks noGrp="1"/>
          </p:cNvSpPr>
          <p:nvPr>
            <p:ph type="title"/>
          </p:nvPr>
        </p:nvSpPr>
        <p:spPr>
          <a:xfrm>
            <a:off x="512764" y="1548314"/>
            <a:ext cx="2970211" cy="1929899"/>
          </a:xfrm>
        </p:spPr>
        <p:txBody>
          <a:bodyPr/>
          <a:lstStyle>
            <a:lvl1pPr>
              <a:lnSpc>
                <a:spcPct val="85000"/>
              </a:lnSpc>
              <a:defRPr sz="4400">
                <a:solidFill>
                  <a:schemeClr val="accent6"/>
                </a:solidFill>
              </a:defRPr>
            </a:lvl1pPr>
          </a:lstStyle>
          <a:p>
            <a:r>
              <a:rPr lang="en-US"/>
              <a:t>Click to edit Master title style</a:t>
            </a:r>
            <a:endParaRPr lang="en-GB"/>
          </a:p>
        </p:txBody>
      </p:sp>
      <p:sp>
        <p:nvSpPr>
          <p:cNvPr id="10" name="Content Placeholder 9">
            <a:extLst>
              <a:ext uri="{FF2B5EF4-FFF2-40B4-BE49-F238E27FC236}">
                <a16:creationId xmlns:a16="http://schemas.microsoft.com/office/drawing/2014/main" id="{7D9956ED-0AB6-478A-B82C-B67610F4E3D0}"/>
              </a:ext>
            </a:extLst>
          </p:cNvPr>
          <p:cNvSpPr>
            <a:spLocks noGrp="1"/>
          </p:cNvSpPr>
          <p:nvPr>
            <p:ph sz="quarter" idx="11" hasCustomPrompt="1"/>
          </p:nvPr>
        </p:nvSpPr>
        <p:spPr>
          <a:xfrm>
            <a:off x="511175" y="4129156"/>
            <a:ext cx="2971800" cy="1122293"/>
          </a:xfrm>
        </p:spPr>
        <p:txBody>
          <a:bodyPr tIns="0">
            <a:noAutofit/>
          </a:bodyPr>
          <a:lstStyle>
            <a:lvl1pPr>
              <a:spcAft>
                <a:spcPts val="0"/>
              </a:spcAft>
              <a:defRPr sz="1700">
                <a:solidFill>
                  <a:schemeClr val="tx1"/>
                </a:solidFill>
                <a:latin typeface="+mn-lt"/>
              </a:defRPr>
            </a:lvl1pPr>
            <a:lvl2pPr>
              <a:defRPr sz="1700">
                <a:solidFill>
                  <a:schemeClr val="tx1"/>
                </a:solidFill>
              </a:defRPr>
            </a:lvl2pPr>
            <a:lvl3pPr>
              <a:defRPr>
                <a:solidFill>
                  <a:schemeClr val="bg1"/>
                </a:solidFill>
              </a:defRPr>
            </a:lvl3pPr>
            <a:lvl4pPr>
              <a:defRPr>
                <a:solidFill>
                  <a:schemeClr val="bg1"/>
                </a:solidFill>
              </a:defRPr>
            </a:lvl4pPr>
            <a:lvl5pPr>
              <a:defRPr sz="1700" b="0">
                <a:solidFill>
                  <a:schemeClr val="accent6"/>
                </a:solidFill>
                <a:latin typeface="+mn-lt"/>
              </a:defRPr>
            </a:lvl5pPr>
          </a:lstStyle>
          <a:p>
            <a:pPr lvl="0"/>
            <a:r>
              <a:rPr lang="en-US"/>
              <a:t>Subheading</a:t>
            </a:r>
          </a:p>
        </p:txBody>
      </p:sp>
      <p:sp>
        <p:nvSpPr>
          <p:cNvPr id="22" name="Rectangle 21">
            <a:extLst>
              <a:ext uri="{FF2B5EF4-FFF2-40B4-BE49-F238E27FC236}">
                <a16:creationId xmlns:a16="http://schemas.microsoft.com/office/drawing/2014/main" id="{51402F92-C298-4C9D-B165-225CA6300EEC}"/>
              </a:ext>
            </a:extLst>
          </p:cNvPr>
          <p:cNvSpPr/>
          <p:nvPr/>
        </p:nvSpPr>
        <p:spPr>
          <a:xfrm>
            <a:off x="0" y="0"/>
            <a:ext cx="3584575" cy="109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a:extLst>
              <a:ext uri="{FF2B5EF4-FFF2-40B4-BE49-F238E27FC236}">
                <a16:creationId xmlns:a16="http://schemas.microsoft.com/office/drawing/2014/main" id="{6AFB0BCD-EAB1-45D2-A4D5-707DEFFCD618}"/>
              </a:ext>
            </a:extLst>
          </p:cNvPr>
          <p:cNvPicPr>
            <a:picLocks noChangeAspect="1"/>
          </p:cNvPicPr>
          <p:nvPr userDrawn="1"/>
        </p:nvPicPr>
        <p:blipFill>
          <a:blip r:embed="rId2"/>
          <a:stretch>
            <a:fillRect/>
          </a:stretch>
        </p:blipFill>
        <p:spPr>
          <a:xfrm>
            <a:off x="10755020" y="482113"/>
            <a:ext cx="921449" cy="229614"/>
          </a:xfrm>
          <a:prstGeom prst="rect">
            <a:avLst/>
          </a:prstGeom>
        </p:spPr>
      </p:pic>
    </p:spTree>
    <p:extLst>
      <p:ext uri="{BB962C8B-B14F-4D97-AF65-F5344CB8AC3E}">
        <p14:creationId xmlns:p14="http://schemas.microsoft.com/office/powerpoint/2010/main" val="688350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250" fill="hold"/>
                                        <p:tgtEl>
                                          <p:spTgt spid="7"/>
                                        </p:tgtEl>
                                        <p:attrNameLst>
                                          <p:attrName>ppt_x</p:attrName>
                                        </p:attrNameLst>
                                      </p:cBhvr>
                                      <p:tavLst>
                                        <p:tav tm="0">
                                          <p:val>
                                            <p:strVal val="0-#ppt_w/2"/>
                                          </p:val>
                                        </p:tav>
                                        <p:tav tm="100000">
                                          <p:val>
                                            <p:strVal val="#ppt_x"/>
                                          </p:val>
                                        </p:tav>
                                      </p:tavLst>
                                    </p:anim>
                                    <p:anim calcmode="lin" valueType="num">
                                      <p:cBhvr additive="base">
                                        <p:cTn id="8" dur="225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ext Agenda 1">
    <p:bg>
      <p:bgPr>
        <a:solidFill>
          <a:schemeClr val="bg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27190B2A-4A03-4442-BCB9-881FECD2D9D6}"/>
              </a:ext>
            </a:extLst>
          </p:cNvPr>
          <p:cNvCxnSpPr>
            <a:cxnSpLocks/>
          </p:cNvCxnSpPr>
          <p:nvPr userDrawn="1"/>
        </p:nvCxnSpPr>
        <p:spPr>
          <a:xfrm flipH="1">
            <a:off x="2560638" y="1812877"/>
            <a:ext cx="4507455"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603E8E9-3E6F-4875-89EC-2887A614A793}"/>
              </a:ext>
            </a:extLst>
          </p:cNvPr>
          <p:cNvSpPr>
            <a:spLocks noGrp="1"/>
          </p:cNvSpPr>
          <p:nvPr>
            <p:ph type="title" hasCustomPrompt="1"/>
          </p:nvPr>
        </p:nvSpPr>
        <p:spPr>
          <a:xfrm>
            <a:off x="511176" y="1601788"/>
            <a:ext cx="1947862" cy="1325563"/>
          </a:xfrm>
        </p:spPr>
        <p:txBody>
          <a:bodyPr/>
          <a:lstStyle>
            <a:lvl1pPr>
              <a:defRPr/>
            </a:lvl1pPr>
          </a:lstStyle>
          <a:p>
            <a:r>
              <a:rPr lang="en-US"/>
              <a:t>Agenda</a:t>
            </a:r>
            <a:endParaRPr lang="en-GB"/>
          </a:p>
        </p:txBody>
      </p:sp>
      <p:sp>
        <p:nvSpPr>
          <p:cNvPr id="12" name="Text Placeholder 8">
            <a:extLst>
              <a:ext uri="{FF2B5EF4-FFF2-40B4-BE49-F238E27FC236}">
                <a16:creationId xmlns:a16="http://schemas.microsoft.com/office/drawing/2014/main" id="{D00E8ABA-C8B2-4972-8417-C82FB15B6BD6}"/>
              </a:ext>
            </a:extLst>
          </p:cNvPr>
          <p:cNvSpPr>
            <a:spLocks noGrp="1"/>
          </p:cNvSpPr>
          <p:nvPr>
            <p:ph type="body" sz="quarter" idx="10" hasCustomPrompt="1"/>
          </p:nvPr>
        </p:nvSpPr>
        <p:spPr>
          <a:xfrm>
            <a:off x="7683500" y="1601788"/>
            <a:ext cx="2950014" cy="4275137"/>
          </a:xfrm>
        </p:spPr>
        <p:txBody>
          <a:bodyPr/>
          <a:lstStyle>
            <a:lvl1pPr marL="360363" indent="-360363">
              <a:lnSpc>
                <a:spcPct val="100000"/>
              </a:lnSpc>
              <a:spcBef>
                <a:spcPts val="0"/>
              </a:spcBef>
              <a:spcAft>
                <a:spcPts val="600"/>
              </a:spcAft>
              <a:buFontTx/>
              <a:buNone/>
              <a:tabLst>
                <a:tab pos="360363" algn="l"/>
              </a:tabLst>
              <a:defRPr sz="1600">
                <a:solidFill>
                  <a:schemeClr val="tx1"/>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1126264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ext Agenda 1 Dark">
    <p:bg>
      <p:bgPr>
        <a:solidFill>
          <a:srgbClr val="012B2D"/>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27190B2A-4A03-4442-BCB9-881FECD2D9D6}"/>
              </a:ext>
            </a:extLst>
          </p:cNvPr>
          <p:cNvCxnSpPr>
            <a:cxnSpLocks/>
          </p:cNvCxnSpPr>
          <p:nvPr/>
        </p:nvCxnSpPr>
        <p:spPr>
          <a:xfrm flipH="1">
            <a:off x="2560638" y="1812877"/>
            <a:ext cx="4507455"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603E8E9-3E6F-4875-89EC-2887A614A793}"/>
              </a:ext>
            </a:extLst>
          </p:cNvPr>
          <p:cNvSpPr>
            <a:spLocks noGrp="1"/>
          </p:cNvSpPr>
          <p:nvPr>
            <p:ph type="title" hasCustomPrompt="1"/>
          </p:nvPr>
        </p:nvSpPr>
        <p:spPr>
          <a:xfrm>
            <a:off x="511176" y="1601788"/>
            <a:ext cx="1947862" cy="1325563"/>
          </a:xfrm>
        </p:spPr>
        <p:txBody>
          <a:bodyPr/>
          <a:lstStyle>
            <a:lvl1pPr>
              <a:defRPr>
                <a:solidFill>
                  <a:schemeClr val="bg1"/>
                </a:solidFill>
              </a:defRPr>
            </a:lvl1pPr>
          </a:lstStyle>
          <a:p>
            <a:r>
              <a:rPr lang="en-US"/>
              <a:t>Agenda</a:t>
            </a:r>
            <a:endParaRPr lang="en-GB"/>
          </a:p>
        </p:txBody>
      </p:sp>
      <p:sp>
        <p:nvSpPr>
          <p:cNvPr id="12" name="Text Placeholder 8">
            <a:extLst>
              <a:ext uri="{FF2B5EF4-FFF2-40B4-BE49-F238E27FC236}">
                <a16:creationId xmlns:a16="http://schemas.microsoft.com/office/drawing/2014/main" id="{D00E8ABA-C8B2-4972-8417-C82FB15B6BD6}"/>
              </a:ext>
            </a:extLst>
          </p:cNvPr>
          <p:cNvSpPr>
            <a:spLocks noGrp="1"/>
          </p:cNvSpPr>
          <p:nvPr>
            <p:ph type="body" sz="quarter" idx="10" hasCustomPrompt="1"/>
          </p:nvPr>
        </p:nvSpPr>
        <p:spPr>
          <a:xfrm>
            <a:off x="7683500" y="1601788"/>
            <a:ext cx="2950014" cy="4275137"/>
          </a:xfrm>
        </p:spPr>
        <p:txBody>
          <a:bodyPr/>
          <a:lstStyle>
            <a:lvl1pPr marL="360363" indent="-360363">
              <a:lnSpc>
                <a:spcPct val="100000"/>
              </a:lnSpc>
              <a:spcBef>
                <a:spcPts val="0"/>
              </a:spcBef>
              <a:spcAft>
                <a:spcPts val="600"/>
              </a:spcAft>
              <a:buFontTx/>
              <a:buNone/>
              <a:tabLst>
                <a:tab pos="360363" algn="l"/>
              </a:tabLst>
              <a:defRPr sz="1600">
                <a:solidFill>
                  <a:schemeClr val="bg1"/>
                </a:solidFill>
                <a:latin typeface="+mn-lt"/>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Box 7">
            <a:extLst>
              <a:ext uri="{FF2B5EF4-FFF2-40B4-BE49-F238E27FC236}">
                <a16:creationId xmlns:a16="http://schemas.microsoft.com/office/drawing/2014/main" id="{378EE95C-17B0-474E-86B9-86CE4D5CE658}"/>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9" name="TextBox 8">
            <a:extLst>
              <a:ext uri="{FF2B5EF4-FFF2-40B4-BE49-F238E27FC236}">
                <a16:creationId xmlns:a16="http://schemas.microsoft.com/office/drawing/2014/main" id="{F73834A5-DF51-4D0D-B974-EB0F420A2288}"/>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118392073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genda 2">
    <p:bg>
      <p:bgPr>
        <a:solidFill>
          <a:schemeClr val="bg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27190B2A-4A03-4442-BCB9-881FECD2D9D6}"/>
              </a:ext>
            </a:extLst>
          </p:cNvPr>
          <p:cNvCxnSpPr>
            <a:cxnSpLocks/>
          </p:cNvCxnSpPr>
          <p:nvPr/>
        </p:nvCxnSpPr>
        <p:spPr>
          <a:xfrm flipH="1">
            <a:off x="3575527" y="1812877"/>
            <a:ext cx="8103710"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603E8E9-3E6F-4875-89EC-2887A614A793}"/>
              </a:ext>
            </a:extLst>
          </p:cNvPr>
          <p:cNvSpPr>
            <a:spLocks noGrp="1"/>
          </p:cNvSpPr>
          <p:nvPr>
            <p:ph type="title" hasCustomPrompt="1"/>
          </p:nvPr>
        </p:nvSpPr>
        <p:spPr>
          <a:xfrm>
            <a:off x="511176" y="1601788"/>
            <a:ext cx="1947862" cy="1325563"/>
          </a:xfrm>
        </p:spPr>
        <p:txBody>
          <a:bodyPr/>
          <a:lstStyle>
            <a:lvl1pPr>
              <a:defRPr/>
            </a:lvl1pPr>
          </a:lstStyle>
          <a:p>
            <a:r>
              <a:rPr lang="en-US"/>
              <a:t>Agenda</a:t>
            </a:r>
            <a:endParaRPr lang="en-GB"/>
          </a:p>
        </p:txBody>
      </p:sp>
      <p:sp>
        <p:nvSpPr>
          <p:cNvPr id="12" name="Text Placeholder 8">
            <a:extLst>
              <a:ext uri="{FF2B5EF4-FFF2-40B4-BE49-F238E27FC236}">
                <a16:creationId xmlns:a16="http://schemas.microsoft.com/office/drawing/2014/main" id="{D00E8ABA-C8B2-4972-8417-C82FB15B6BD6}"/>
              </a:ext>
            </a:extLst>
          </p:cNvPr>
          <p:cNvSpPr>
            <a:spLocks noGrp="1"/>
          </p:cNvSpPr>
          <p:nvPr>
            <p:ph type="body" sz="quarter" idx="10" hasCustomPrompt="1"/>
          </p:nvPr>
        </p:nvSpPr>
        <p:spPr>
          <a:xfrm>
            <a:off x="3584575" y="4106201"/>
            <a:ext cx="2971800" cy="2275550"/>
          </a:xfrm>
        </p:spPr>
        <p:txBody>
          <a:bodyPr/>
          <a:lstStyle>
            <a:lvl1pPr marL="360363" indent="-360363">
              <a:lnSpc>
                <a:spcPct val="100000"/>
              </a:lnSpc>
              <a:spcBef>
                <a:spcPts val="0"/>
              </a:spcBef>
              <a:spcAft>
                <a:spcPts val="600"/>
              </a:spcAft>
              <a:buFontTx/>
              <a:buNone/>
              <a:tabLst>
                <a:tab pos="360363" algn="l"/>
              </a:tabLst>
              <a:defRPr sz="1600">
                <a:solidFill>
                  <a:schemeClr val="tx1"/>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8">
            <a:extLst>
              <a:ext uri="{FF2B5EF4-FFF2-40B4-BE49-F238E27FC236}">
                <a16:creationId xmlns:a16="http://schemas.microsoft.com/office/drawing/2014/main" id="{FF3958F2-CFDC-49E0-9CC5-18230F9D5B79}"/>
              </a:ext>
            </a:extLst>
          </p:cNvPr>
          <p:cNvSpPr>
            <a:spLocks noGrp="1"/>
          </p:cNvSpPr>
          <p:nvPr>
            <p:ph type="body" sz="quarter" idx="13" hasCustomPrompt="1"/>
          </p:nvPr>
        </p:nvSpPr>
        <p:spPr>
          <a:xfrm>
            <a:off x="7683500" y="4106201"/>
            <a:ext cx="2971800" cy="2275550"/>
          </a:xfrm>
        </p:spPr>
        <p:txBody>
          <a:bodyPr/>
          <a:lstStyle>
            <a:lvl1pPr marL="360363" indent="-360363">
              <a:lnSpc>
                <a:spcPct val="100000"/>
              </a:lnSpc>
              <a:spcBef>
                <a:spcPts val="0"/>
              </a:spcBef>
              <a:spcAft>
                <a:spcPts val="600"/>
              </a:spcAft>
              <a:buFontTx/>
              <a:buNone/>
              <a:tabLst>
                <a:tab pos="360363" algn="l"/>
              </a:tabLst>
              <a:defRPr sz="1600">
                <a:solidFill>
                  <a:schemeClr val="tx1"/>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1570470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Agenda 3">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03E8E9-3E6F-4875-89EC-2887A614A793}"/>
              </a:ext>
            </a:extLst>
          </p:cNvPr>
          <p:cNvSpPr>
            <a:spLocks noGrp="1"/>
          </p:cNvSpPr>
          <p:nvPr>
            <p:ph type="title" hasCustomPrompt="1"/>
          </p:nvPr>
        </p:nvSpPr>
        <p:spPr>
          <a:xfrm>
            <a:off x="511176" y="1601788"/>
            <a:ext cx="1947862" cy="1325563"/>
          </a:xfrm>
        </p:spPr>
        <p:txBody>
          <a:bodyPr/>
          <a:lstStyle>
            <a:lvl1pPr>
              <a:defRPr/>
            </a:lvl1pPr>
          </a:lstStyle>
          <a:p>
            <a:r>
              <a:rPr lang="en-US"/>
              <a:t>Agenda</a:t>
            </a:r>
            <a:endParaRPr lang="en-GB"/>
          </a:p>
        </p:txBody>
      </p:sp>
      <p:cxnSp>
        <p:nvCxnSpPr>
          <p:cNvPr id="13" name="Straight Connector 12">
            <a:extLst>
              <a:ext uri="{FF2B5EF4-FFF2-40B4-BE49-F238E27FC236}">
                <a16:creationId xmlns:a16="http://schemas.microsoft.com/office/drawing/2014/main" id="{0B9F7272-20C6-418C-8A6C-B6F913708AEE}"/>
              </a:ext>
            </a:extLst>
          </p:cNvPr>
          <p:cNvCxnSpPr>
            <a:cxnSpLocks/>
          </p:cNvCxnSpPr>
          <p:nvPr/>
        </p:nvCxnSpPr>
        <p:spPr>
          <a:xfrm flipH="1">
            <a:off x="2560638" y="1812877"/>
            <a:ext cx="4507455"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4" name="Text Placeholder 8">
            <a:extLst>
              <a:ext uri="{FF2B5EF4-FFF2-40B4-BE49-F238E27FC236}">
                <a16:creationId xmlns:a16="http://schemas.microsoft.com/office/drawing/2014/main" id="{E08FCD91-4ED5-4472-8502-99710E85E61C}"/>
              </a:ext>
            </a:extLst>
          </p:cNvPr>
          <p:cNvSpPr>
            <a:spLocks noGrp="1"/>
          </p:cNvSpPr>
          <p:nvPr>
            <p:ph type="body" sz="quarter" idx="10" hasCustomPrompt="1"/>
          </p:nvPr>
        </p:nvSpPr>
        <p:spPr>
          <a:xfrm>
            <a:off x="7683500" y="1601788"/>
            <a:ext cx="2950014" cy="4275137"/>
          </a:xfrm>
        </p:spPr>
        <p:txBody>
          <a:bodyPr/>
          <a:lstStyle>
            <a:lvl1pPr marL="360363" indent="-360363">
              <a:lnSpc>
                <a:spcPct val="100000"/>
              </a:lnSpc>
              <a:spcBef>
                <a:spcPts val="0"/>
              </a:spcBef>
              <a:spcAft>
                <a:spcPts val="600"/>
              </a:spcAft>
              <a:buFont typeface="+mj-lt"/>
              <a:buNone/>
              <a:tabLst>
                <a:tab pos="360363" algn="l"/>
              </a:tabLst>
              <a:defRPr sz="1600">
                <a:solidFill>
                  <a:schemeClr val="tx1"/>
                </a:solidFill>
                <a:latin typeface="+mn-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Agenda item</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10">
            <a:extLst>
              <a:ext uri="{FF2B5EF4-FFF2-40B4-BE49-F238E27FC236}">
                <a16:creationId xmlns:a16="http://schemas.microsoft.com/office/drawing/2014/main" id="{BDB04C03-037A-4942-9253-93DB7247F3BE}"/>
              </a:ext>
            </a:extLst>
          </p:cNvPr>
          <p:cNvSpPr>
            <a:spLocks noGrp="1"/>
          </p:cNvSpPr>
          <p:nvPr>
            <p:ph type="pic" sz="quarter" idx="13"/>
          </p:nvPr>
        </p:nvSpPr>
        <p:spPr>
          <a:xfrm>
            <a:off x="511175" y="2436729"/>
            <a:ext cx="2971800" cy="1973208"/>
          </a:xfrm>
        </p:spPr>
        <p:txBody>
          <a:bodyPr/>
          <a:lstStyle/>
          <a:p>
            <a:r>
              <a:rPr lang="en-US"/>
              <a:t>Click icon to add picture</a:t>
            </a:r>
            <a:endParaRPr lang="en-GB"/>
          </a:p>
        </p:txBody>
      </p:sp>
    </p:spTree>
    <p:extLst>
      <p:ext uri="{BB962C8B-B14F-4D97-AF65-F5344CB8AC3E}">
        <p14:creationId xmlns:p14="http://schemas.microsoft.com/office/powerpoint/2010/main" val="205468910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mage Quote 1">
    <p:bg>
      <p:bgPr>
        <a:solidFill>
          <a:schemeClr val="tx1"/>
        </a:solidFill>
        <a:effectLst/>
      </p:bgPr>
    </p:bg>
    <p:spTree>
      <p:nvGrpSpPr>
        <p:cNvPr id="1" name=""/>
        <p:cNvGrpSpPr/>
        <p:nvPr/>
      </p:nvGrpSpPr>
      <p:grpSpPr>
        <a:xfrm>
          <a:off x="0" y="0"/>
          <a:ext cx="0" cy="0"/>
          <a:chOff x="0" y="0"/>
          <a:chExt cx="0" cy="0"/>
        </a:xfrm>
      </p:grpSpPr>
      <p:sp>
        <p:nvSpPr>
          <p:cNvPr id="19" name="Picture Placeholder 17">
            <a:extLst>
              <a:ext uri="{FF2B5EF4-FFF2-40B4-BE49-F238E27FC236}">
                <a16:creationId xmlns:a16="http://schemas.microsoft.com/office/drawing/2014/main" id="{0AE1B65D-6907-E54F-BB4B-C41AFAAE8186}"/>
              </a:ext>
            </a:extLst>
          </p:cNvPr>
          <p:cNvSpPr>
            <a:spLocks noGrp="1"/>
          </p:cNvSpPr>
          <p:nvPr>
            <p:ph type="pic" sz="quarter" idx="12"/>
          </p:nvPr>
        </p:nvSpPr>
        <p:spPr>
          <a:xfrm>
            <a:off x="511175" y="476250"/>
            <a:ext cx="9118600" cy="5905500"/>
          </a:xfrm>
          <a:prstGeom prst="rect">
            <a:avLst/>
          </a:prstGeom>
          <a:noFill/>
        </p:spPr>
        <p:txBody>
          <a:bodyPr/>
          <a:lstStyle>
            <a:lvl1pPr>
              <a:defRPr>
                <a:solidFill>
                  <a:schemeClr val="bg1"/>
                </a:solidFill>
              </a:defRPr>
            </a:lvl1pPr>
          </a:lstStyle>
          <a:p>
            <a:r>
              <a:rPr lang="en-US"/>
              <a:t>Click icon to add picture</a:t>
            </a:r>
          </a:p>
        </p:txBody>
      </p:sp>
      <p:sp>
        <p:nvSpPr>
          <p:cNvPr id="3" name="Text Placeholder 2">
            <a:extLst>
              <a:ext uri="{FF2B5EF4-FFF2-40B4-BE49-F238E27FC236}">
                <a16:creationId xmlns:a16="http://schemas.microsoft.com/office/drawing/2014/main" id="{B0E5166B-DE21-4C78-873E-E08181E53E4F}"/>
              </a:ext>
            </a:extLst>
          </p:cNvPr>
          <p:cNvSpPr>
            <a:spLocks noGrp="1"/>
          </p:cNvSpPr>
          <p:nvPr>
            <p:ph type="body" sz="quarter" idx="13"/>
          </p:nvPr>
        </p:nvSpPr>
        <p:spPr>
          <a:xfrm>
            <a:off x="9731375" y="1596707"/>
            <a:ext cx="1947863" cy="3024188"/>
          </a:xfrm>
        </p:spPr>
        <p:txBody>
          <a:bodyPr tIns="0"/>
          <a:lstStyle>
            <a:lvl1pPr>
              <a:defRPr sz="1800">
                <a:solidFill>
                  <a:srgbClr val="CAD1D2"/>
                </a:solidFill>
              </a:defRPr>
            </a:lvl1pPr>
            <a:lvl2pPr>
              <a:defRPr>
                <a:solidFill>
                  <a:srgbClr val="CAD1D2"/>
                </a:solidFill>
              </a:defRPr>
            </a:lvl2pPr>
            <a:lvl3pPr>
              <a:defRPr>
                <a:solidFill>
                  <a:srgbClr val="CAD1D2"/>
                </a:solidFill>
              </a:defRPr>
            </a:lvl3pPr>
            <a:lvl4pPr>
              <a:buClr>
                <a:schemeClr val="bg1"/>
              </a:buClr>
              <a:defRPr>
                <a:solidFill>
                  <a:srgbClr val="CAD1D2"/>
                </a:solidFill>
              </a:defRPr>
            </a:lvl4pPr>
            <a:lvl5pPr>
              <a:defRPr>
                <a:solidFill>
                  <a:srgbClr val="CAD1D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10">
            <a:extLst>
              <a:ext uri="{FF2B5EF4-FFF2-40B4-BE49-F238E27FC236}">
                <a16:creationId xmlns:a16="http://schemas.microsoft.com/office/drawing/2014/main" id="{276E0B12-C8A6-47ED-AC2C-173E6E8D0380}"/>
              </a:ext>
            </a:extLst>
          </p:cNvPr>
          <p:cNvSpPr>
            <a:spLocks noGrp="1"/>
          </p:cNvSpPr>
          <p:nvPr>
            <p:ph type="body" sz="quarter" idx="46" hasCustomPrompt="1"/>
          </p:nvPr>
        </p:nvSpPr>
        <p:spPr>
          <a:xfrm>
            <a:off x="9731375" y="4727575"/>
            <a:ext cx="1687299" cy="1590928"/>
          </a:xfrm>
          <a:prstGeom prst="rect">
            <a:avLst/>
          </a:prstGeom>
        </p:spPr>
        <p:txBody>
          <a:bodyPr anchor="t"/>
          <a:lstStyle>
            <a:lvl1pPr marL="7701" algn="l" defTabSz="554492" rtl="0" eaLnBrk="1" latinLnBrk="0" hangingPunct="1">
              <a:lnSpc>
                <a:spcPct val="90000"/>
              </a:lnSpc>
              <a:spcBef>
                <a:spcPts val="0"/>
              </a:spcBef>
              <a:spcAft>
                <a:spcPts val="0"/>
              </a:spcAft>
              <a:defRPr lang="en-US" sz="1600" b="0" i="0" kern="0" dirty="0">
                <a:solidFill>
                  <a:srgbClr val="CAD1D2"/>
                </a:solidFill>
                <a:latin typeface="Calibre-Semibold"/>
                <a:ea typeface="+mj-ea"/>
                <a:cs typeface="Calibre-Semibold"/>
              </a:defRPr>
            </a:lvl1pPr>
            <a:lvl2pPr>
              <a:lnSpc>
                <a:spcPct val="90000"/>
              </a:lnSpc>
              <a:spcAft>
                <a:spcPts val="0"/>
              </a:spcAft>
              <a:defRPr sz="1600">
                <a:solidFill>
                  <a:srgbClr val="CAD0D2"/>
                </a:solidFill>
                <a:latin typeface="+mn-lt"/>
              </a:defRPr>
            </a:lvl2pPr>
          </a:lstStyle>
          <a:p>
            <a:pPr lvl="0"/>
            <a:r>
              <a:rPr lang="en-US"/>
              <a:t>Name</a:t>
            </a:r>
          </a:p>
          <a:p>
            <a:pPr lvl="1"/>
            <a:r>
              <a:rPr lang="en-US"/>
              <a:t>Title</a:t>
            </a:r>
          </a:p>
        </p:txBody>
      </p:sp>
      <p:sp>
        <p:nvSpPr>
          <p:cNvPr id="7" name="TextBox 6">
            <a:extLst>
              <a:ext uri="{FF2B5EF4-FFF2-40B4-BE49-F238E27FC236}">
                <a16:creationId xmlns:a16="http://schemas.microsoft.com/office/drawing/2014/main" id="{EB320D00-2ED6-4A6C-A2ED-CAFB5F812F66}"/>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8" name="TextBox 7">
            <a:extLst>
              <a:ext uri="{FF2B5EF4-FFF2-40B4-BE49-F238E27FC236}">
                <a16:creationId xmlns:a16="http://schemas.microsoft.com/office/drawing/2014/main" id="{0C2A81BA-DBC2-4E69-AE9E-2D54F2C02D04}"/>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15642492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Image Quote 2">
    <p:bg>
      <p:bgPr>
        <a:solidFill>
          <a:schemeClr val="tx1"/>
        </a:solidFill>
        <a:effectLst/>
      </p:bgPr>
    </p:bg>
    <p:spTree>
      <p:nvGrpSpPr>
        <p:cNvPr id="1" name=""/>
        <p:cNvGrpSpPr/>
        <p:nvPr/>
      </p:nvGrpSpPr>
      <p:grpSpPr>
        <a:xfrm>
          <a:off x="0" y="0"/>
          <a:ext cx="0" cy="0"/>
          <a:chOff x="0" y="0"/>
          <a:chExt cx="0" cy="0"/>
        </a:xfrm>
      </p:grpSpPr>
      <p:sp>
        <p:nvSpPr>
          <p:cNvPr id="19" name="Picture Placeholder 17">
            <a:extLst>
              <a:ext uri="{FF2B5EF4-FFF2-40B4-BE49-F238E27FC236}">
                <a16:creationId xmlns:a16="http://schemas.microsoft.com/office/drawing/2014/main" id="{0AE1B65D-6907-E54F-BB4B-C41AFAAE8186}"/>
              </a:ext>
            </a:extLst>
          </p:cNvPr>
          <p:cNvSpPr>
            <a:spLocks noGrp="1"/>
          </p:cNvSpPr>
          <p:nvPr>
            <p:ph type="pic" sz="quarter" idx="12"/>
          </p:nvPr>
        </p:nvSpPr>
        <p:spPr>
          <a:xfrm>
            <a:off x="3584575" y="1596706"/>
            <a:ext cx="3997325" cy="4785043"/>
          </a:xfrm>
          <a:prstGeom prst="rect">
            <a:avLst/>
          </a:prstGeom>
          <a:noFill/>
        </p:spPr>
        <p:txBody>
          <a:bodyPr/>
          <a:lstStyle>
            <a:lvl1pPr>
              <a:defRPr>
                <a:solidFill>
                  <a:schemeClr val="bg1"/>
                </a:solidFill>
              </a:defRPr>
            </a:lvl1pPr>
          </a:lstStyle>
          <a:p>
            <a:r>
              <a:rPr lang="en-US"/>
              <a:t>Click icon to add picture</a:t>
            </a:r>
          </a:p>
        </p:txBody>
      </p:sp>
      <p:sp>
        <p:nvSpPr>
          <p:cNvPr id="7" name="Text Placeholder 10">
            <a:extLst>
              <a:ext uri="{FF2B5EF4-FFF2-40B4-BE49-F238E27FC236}">
                <a16:creationId xmlns:a16="http://schemas.microsoft.com/office/drawing/2014/main" id="{10616811-862F-4B2B-8023-56408E854F51}"/>
              </a:ext>
            </a:extLst>
          </p:cNvPr>
          <p:cNvSpPr>
            <a:spLocks noGrp="1"/>
          </p:cNvSpPr>
          <p:nvPr>
            <p:ph type="body" sz="quarter" idx="46" hasCustomPrompt="1"/>
          </p:nvPr>
        </p:nvSpPr>
        <p:spPr>
          <a:xfrm>
            <a:off x="512762" y="435258"/>
            <a:ext cx="1946276" cy="1590928"/>
          </a:xfrm>
          <a:prstGeom prst="rect">
            <a:avLst/>
          </a:prstGeom>
        </p:spPr>
        <p:txBody>
          <a:bodyPr anchor="t"/>
          <a:lstStyle>
            <a:lvl1pPr marL="7701" algn="l" defTabSz="554492" rtl="0" eaLnBrk="1" latinLnBrk="0" hangingPunct="1">
              <a:lnSpc>
                <a:spcPct val="90000"/>
              </a:lnSpc>
              <a:spcBef>
                <a:spcPts val="0"/>
              </a:spcBef>
              <a:spcAft>
                <a:spcPts val="0"/>
              </a:spcAft>
              <a:defRPr lang="en-US" sz="1700" b="0" i="0" kern="0" dirty="0">
                <a:solidFill>
                  <a:srgbClr val="CAD1D2"/>
                </a:solidFill>
                <a:latin typeface="Calibre-Semibold"/>
                <a:ea typeface="+mj-ea"/>
                <a:cs typeface="Calibre-Semibold"/>
              </a:defRPr>
            </a:lvl1pPr>
            <a:lvl2pPr>
              <a:lnSpc>
                <a:spcPct val="90000"/>
              </a:lnSpc>
              <a:spcAft>
                <a:spcPts val="0"/>
              </a:spcAft>
              <a:defRPr sz="1700">
                <a:solidFill>
                  <a:srgbClr val="CAD0D2"/>
                </a:solidFill>
                <a:latin typeface="+mn-lt"/>
              </a:defRPr>
            </a:lvl2pPr>
          </a:lstStyle>
          <a:p>
            <a:pPr lvl="0"/>
            <a:r>
              <a:rPr lang="en-US"/>
              <a:t>Name</a:t>
            </a:r>
          </a:p>
          <a:p>
            <a:pPr lvl="1"/>
            <a:r>
              <a:rPr lang="en-US"/>
              <a:t>Title</a:t>
            </a:r>
          </a:p>
        </p:txBody>
      </p:sp>
      <p:cxnSp>
        <p:nvCxnSpPr>
          <p:cNvPr id="9" name="Straight Connector 8">
            <a:extLst>
              <a:ext uri="{FF2B5EF4-FFF2-40B4-BE49-F238E27FC236}">
                <a16:creationId xmlns:a16="http://schemas.microsoft.com/office/drawing/2014/main" id="{E1DD74FA-C762-48A2-89CD-3EF7EAB9017C}"/>
              </a:ext>
            </a:extLst>
          </p:cNvPr>
          <p:cNvCxnSpPr>
            <a:cxnSpLocks/>
          </p:cNvCxnSpPr>
          <p:nvPr userDrawn="1"/>
        </p:nvCxnSpPr>
        <p:spPr>
          <a:xfrm flipH="1">
            <a:off x="3584575" y="606041"/>
            <a:ext cx="3997325"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1" name="Title 16">
            <a:extLst>
              <a:ext uri="{FF2B5EF4-FFF2-40B4-BE49-F238E27FC236}">
                <a16:creationId xmlns:a16="http://schemas.microsoft.com/office/drawing/2014/main" id="{3FFE17E8-D69A-4AEE-8B9D-1B946AA990F9}"/>
              </a:ext>
            </a:extLst>
          </p:cNvPr>
          <p:cNvSpPr>
            <a:spLocks noGrp="1"/>
          </p:cNvSpPr>
          <p:nvPr>
            <p:ph type="title" hasCustomPrompt="1"/>
          </p:nvPr>
        </p:nvSpPr>
        <p:spPr>
          <a:xfrm>
            <a:off x="8194674" y="338012"/>
            <a:ext cx="3484564" cy="5076711"/>
          </a:xfrm>
        </p:spPr>
        <p:txBody>
          <a:bodyPr tIns="0"/>
          <a:lstStyle>
            <a:lvl1pPr marL="268288" indent="-268288">
              <a:lnSpc>
                <a:spcPct val="88000"/>
              </a:lnSpc>
              <a:defRPr sz="6600">
                <a:solidFill>
                  <a:srgbClr val="CAD1D2"/>
                </a:solidFill>
              </a:defRPr>
            </a:lvl1pPr>
          </a:lstStyle>
          <a:p>
            <a:r>
              <a:rPr lang="en-US"/>
              <a:t>“Click to edit Master title style</a:t>
            </a:r>
            <a:endParaRPr lang="en-GB"/>
          </a:p>
        </p:txBody>
      </p:sp>
      <p:sp>
        <p:nvSpPr>
          <p:cNvPr id="8" name="TextBox 7">
            <a:extLst>
              <a:ext uri="{FF2B5EF4-FFF2-40B4-BE49-F238E27FC236}">
                <a16:creationId xmlns:a16="http://schemas.microsoft.com/office/drawing/2014/main" id="{248A47BC-4AFE-4833-ACB5-0154C03F0E07}"/>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3" name="TextBox 12">
            <a:extLst>
              <a:ext uri="{FF2B5EF4-FFF2-40B4-BE49-F238E27FC236}">
                <a16:creationId xmlns:a16="http://schemas.microsoft.com/office/drawing/2014/main" id="{79F49699-A770-49B7-92AD-617393C26B9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2794480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mage Quote 3">
    <p:bg>
      <p:bgPr>
        <a:solidFill>
          <a:schemeClr val="tx1"/>
        </a:solidFill>
        <a:effectLst/>
      </p:bgPr>
    </p:bg>
    <p:spTree>
      <p:nvGrpSpPr>
        <p:cNvPr id="1" name=""/>
        <p:cNvGrpSpPr/>
        <p:nvPr/>
      </p:nvGrpSpPr>
      <p:grpSpPr>
        <a:xfrm>
          <a:off x="0" y="0"/>
          <a:ext cx="0" cy="0"/>
          <a:chOff x="0" y="0"/>
          <a:chExt cx="0" cy="0"/>
        </a:xfrm>
      </p:grpSpPr>
      <p:sp>
        <p:nvSpPr>
          <p:cNvPr id="19" name="Picture Placeholder 17">
            <a:extLst>
              <a:ext uri="{FF2B5EF4-FFF2-40B4-BE49-F238E27FC236}">
                <a16:creationId xmlns:a16="http://schemas.microsoft.com/office/drawing/2014/main" id="{0AE1B65D-6907-E54F-BB4B-C41AFAAE8186}"/>
              </a:ext>
            </a:extLst>
          </p:cNvPr>
          <p:cNvSpPr>
            <a:spLocks noGrp="1"/>
          </p:cNvSpPr>
          <p:nvPr>
            <p:ph type="pic" sz="quarter" idx="12"/>
          </p:nvPr>
        </p:nvSpPr>
        <p:spPr>
          <a:xfrm>
            <a:off x="3584575" y="3478212"/>
            <a:ext cx="8094662" cy="2903537"/>
          </a:xfrm>
          <a:prstGeom prst="rect">
            <a:avLst/>
          </a:prstGeom>
          <a:noFill/>
        </p:spPr>
        <p:txBody>
          <a:bodyPr/>
          <a:lstStyle>
            <a:lvl1pPr>
              <a:defRPr>
                <a:solidFill>
                  <a:schemeClr val="bg1"/>
                </a:solidFill>
              </a:defRPr>
            </a:lvl1pPr>
          </a:lstStyle>
          <a:p>
            <a:r>
              <a:rPr lang="en-US"/>
              <a:t>Click icon to add picture</a:t>
            </a:r>
          </a:p>
        </p:txBody>
      </p:sp>
      <p:sp>
        <p:nvSpPr>
          <p:cNvPr id="9" name="Text Placeholder 10">
            <a:extLst>
              <a:ext uri="{FF2B5EF4-FFF2-40B4-BE49-F238E27FC236}">
                <a16:creationId xmlns:a16="http://schemas.microsoft.com/office/drawing/2014/main" id="{276E0B12-C8A6-47ED-AC2C-173E6E8D0380}"/>
              </a:ext>
            </a:extLst>
          </p:cNvPr>
          <p:cNvSpPr>
            <a:spLocks noGrp="1"/>
          </p:cNvSpPr>
          <p:nvPr>
            <p:ph type="body" sz="quarter" idx="46" hasCustomPrompt="1"/>
          </p:nvPr>
        </p:nvSpPr>
        <p:spPr>
          <a:xfrm>
            <a:off x="511175" y="1596707"/>
            <a:ext cx="1936443" cy="528956"/>
          </a:xfrm>
          <a:prstGeom prst="rect">
            <a:avLst/>
          </a:prstGeom>
        </p:spPr>
        <p:txBody>
          <a:bodyPr anchor="t"/>
          <a:lstStyle>
            <a:lvl1pPr marL="7701" algn="l" defTabSz="554492" rtl="0" eaLnBrk="1" latinLnBrk="0" hangingPunct="1">
              <a:lnSpc>
                <a:spcPct val="90000"/>
              </a:lnSpc>
              <a:spcBef>
                <a:spcPts val="0"/>
              </a:spcBef>
              <a:spcAft>
                <a:spcPts val="0"/>
              </a:spcAft>
              <a:defRPr lang="en-US" sz="1600" b="0" i="0" kern="0" dirty="0">
                <a:solidFill>
                  <a:srgbClr val="CAD1D2"/>
                </a:solidFill>
                <a:latin typeface="Calibre-Semibold"/>
                <a:ea typeface="+mj-ea"/>
                <a:cs typeface="Calibre-Semibold"/>
              </a:defRPr>
            </a:lvl1pPr>
            <a:lvl2pPr>
              <a:lnSpc>
                <a:spcPct val="90000"/>
              </a:lnSpc>
              <a:spcAft>
                <a:spcPts val="0"/>
              </a:spcAft>
              <a:defRPr sz="1600">
                <a:solidFill>
                  <a:srgbClr val="CAD0D2"/>
                </a:solidFill>
                <a:latin typeface="+mn-lt"/>
              </a:defRPr>
            </a:lvl2pPr>
          </a:lstStyle>
          <a:p>
            <a:pPr lvl="0"/>
            <a:r>
              <a:rPr lang="en-US"/>
              <a:t>Name</a:t>
            </a:r>
          </a:p>
          <a:p>
            <a:pPr lvl="1"/>
            <a:r>
              <a:rPr lang="en-US"/>
              <a:t>Title</a:t>
            </a:r>
          </a:p>
        </p:txBody>
      </p:sp>
      <p:sp>
        <p:nvSpPr>
          <p:cNvPr id="7" name="Title 6">
            <a:extLst>
              <a:ext uri="{FF2B5EF4-FFF2-40B4-BE49-F238E27FC236}">
                <a16:creationId xmlns:a16="http://schemas.microsoft.com/office/drawing/2014/main" id="{7A709320-8D2C-4D88-9E95-6858D92266C0}"/>
              </a:ext>
            </a:extLst>
          </p:cNvPr>
          <p:cNvSpPr>
            <a:spLocks noGrp="1"/>
          </p:cNvSpPr>
          <p:nvPr>
            <p:ph type="title"/>
          </p:nvPr>
        </p:nvSpPr>
        <p:spPr>
          <a:xfrm>
            <a:off x="3584574" y="352425"/>
            <a:ext cx="8094661" cy="3024188"/>
          </a:xfrm>
        </p:spPr>
        <p:txBody>
          <a:bodyPr/>
          <a:lstStyle>
            <a:lvl1pPr>
              <a:defRPr sz="4800">
                <a:solidFill>
                  <a:srgbClr val="CAD1D2"/>
                </a:solidFill>
              </a:defRPr>
            </a:lvl1pPr>
          </a:lstStyle>
          <a:p>
            <a:r>
              <a:rPr lang="en-US"/>
              <a:t>Click to edit Master title style</a:t>
            </a:r>
            <a:endParaRPr lang="en-GB"/>
          </a:p>
        </p:txBody>
      </p:sp>
      <p:sp>
        <p:nvSpPr>
          <p:cNvPr id="8" name="TextBox 7">
            <a:extLst>
              <a:ext uri="{FF2B5EF4-FFF2-40B4-BE49-F238E27FC236}">
                <a16:creationId xmlns:a16="http://schemas.microsoft.com/office/drawing/2014/main" id="{0A99D6D6-2157-4BE4-A5C3-158FE0F3F650}"/>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0" name="TextBox 9">
            <a:extLst>
              <a:ext uri="{FF2B5EF4-FFF2-40B4-BE49-F238E27FC236}">
                <a16:creationId xmlns:a16="http://schemas.microsoft.com/office/drawing/2014/main" id="{84D951DE-5457-4F9D-993C-32430D8FDF76}"/>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3133064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ext Section Opener 1">
    <p:bg>
      <p:bgPr>
        <a:solidFill>
          <a:srgbClr val="012A2C"/>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7E93DAEA-1371-40B1-AA61-B7A48DAD0DDD}"/>
              </a:ext>
            </a:extLst>
          </p:cNvPr>
          <p:cNvCxnSpPr>
            <a:cxnSpLocks/>
          </p:cNvCxnSpPr>
          <p:nvPr/>
        </p:nvCxnSpPr>
        <p:spPr>
          <a:xfrm flipH="1">
            <a:off x="-4874462" y="3227163"/>
            <a:ext cx="11014187"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EF57CAE-C614-4FB7-8803-8772B9B9089B}"/>
              </a:ext>
            </a:extLst>
          </p:cNvPr>
          <p:cNvSpPr/>
          <p:nvPr userDrawn="1"/>
        </p:nvSpPr>
        <p:spPr>
          <a:xfrm>
            <a:off x="0" y="0"/>
            <a:ext cx="6203950" cy="6858000"/>
          </a:xfrm>
          <a:prstGeom prst="rect">
            <a:avLst/>
          </a:prstGeom>
          <a:solidFill>
            <a:srgbClr val="012A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9236352" y="2852738"/>
            <a:ext cx="2466739" cy="726893"/>
          </a:xfrm>
        </p:spPr>
        <p:txBody>
          <a:bodyPr anchor="t"/>
          <a:lstStyle>
            <a:lvl1pPr>
              <a:defRPr sz="3600" b="0">
                <a:solidFill>
                  <a:schemeClr val="bg1">
                    <a:alpha val="80000"/>
                  </a:schemeClr>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7675C32-E7FA-4FC2-8068-9BCFE3F29195}"/>
              </a:ext>
            </a:extLst>
          </p:cNvPr>
          <p:cNvSpPr>
            <a:spLocks noGrp="1"/>
          </p:cNvSpPr>
          <p:nvPr>
            <p:ph type="body" sz="quarter" idx="10" hasCustomPrompt="1"/>
          </p:nvPr>
        </p:nvSpPr>
        <p:spPr>
          <a:xfrm>
            <a:off x="-292141" y="-1006460"/>
            <a:ext cx="7026275" cy="6857985"/>
          </a:xfrm>
        </p:spPr>
        <p:txBody>
          <a:bodyPr anchor="ctr"/>
          <a:lstStyle>
            <a:lvl1pPr>
              <a:defRPr sz="88000">
                <a:solidFill>
                  <a:schemeClr val="bg1">
                    <a:alpha val="80000"/>
                  </a:schemeClr>
                </a:solidFill>
              </a:defRPr>
            </a:lvl1pPr>
          </a:lstStyle>
          <a:p>
            <a:pPr lvl="0"/>
            <a:r>
              <a:rPr lang="en-US"/>
              <a:t>1</a:t>
            </a:r>
          </a:p>
        </p:txBody>
      </p:sp>
    </p:spTree>
    <p:extLst>
      <p:ext uri="{BB962C8B-B14F-4D97-AF65-F5344CB8AC3E}">
        <p14:creationId xmlns:p14="http://schemas.microsoft.com/office/powerpoint/2010/main" val="312716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2.91667E-6 -1.85185E-6 L 0.21003 -1.85185E-6 " pathEditMode="relative" rAng="0" ptsTypes="AA">
                                      <p:cBhvr>
                                        <p:cTn id="6" dur="2000" fill="hold"/>
                                        <p:tgtEl>
                                          <p:spTgt spid="6"/>
                                        </p:tgtEl>
                                        <p:attrNameLst>
                                          <p:attrName>ppt_x</p:attrName>
                                          <p:attrName>ppt_y</p:attrName>
                                        </p:attrNameLst>
                                      </p:cBhvr>
                                      <p:rCtr x="1049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ext Section Opener 2">
    <p:bg>
      <p:bgPr>
        <a:solidFill>
          <a:srgbClr val="012A2C"/>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8A9ECD61-ED7B-49FC-8FEC-E9337C05843A}"/>
              </a:ext>
            </a:extLst>
          </p:cNvPr>
          <p:cNvCxnSpPr/>
          <p:nvPr/>
        </p:nvCxnSpPr>
        <p:spPr>
          <a:xfrm flipH="1">
            <a:off x="5604413" y="3192463"/>
            <a:ext cx="1435100"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E9617AF-0744-4180-BB4B-3FEB62C97441}"/>
              </a:ext>
            </a:extLst>
          </p:cNvPr>
          <p:cNvSpPr/>
          <p:nvPr userDrawn="1"/>
        </p:nvSpPr>
        <p:spPr>
          <a:xfrm>
            <a:off x="0" y="0"/>
            <a:ext cx="7170738" cy="6858000"/>
          </a:xfrm>
          <a:prstGeom prst="rect">
            <a:avLst/>
          </a:prstGeom>
          <a:solidFill>
            <a:srgbClr val="012A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9236353" y="2852738"/>
            <a:ext cx="2442886" cy="1773237"/>
          </a:xfrm>
        </p:spPr>
        <p:txBody>
          <a:bodyPr anchor="t"/>
          <a:lstStyle>
            <a:lvl1pPr>
              <a:defRPr sz="3600" b="0">
                <a:solidFill>
                  <a:schemeClr val="bg1">
                    <a:alpha val="80000"/>
                  </a:schemeClr>
                </a:solidFill>
              </a:defRPr>
            </a:lvl1pPr>
          </a:lstStyle>
          <a:p>
            <a:r>
              <a:rPr lang="en-US"/>
              <a:t>Click to edit Master title style</a:t>
            </a:r>
            <a:endParaRPr lang="en-GB"/>
          </a:p>
        </p:txBody>
      </p:sp>
      <p:sp>
        <p:nvSpPr>
          <p:cNvPr id="7" name="Text Placeholder 2">
            <a:extLst>
              <a:ext uri="{FF2B5EF4-FFF2-40B4-BE49-F238E27FC236}">
                <a16:creationId xmlns:a16="http://schemas.microsoft.com/office/drawing/2014/main" id="{3CEE43AE-91A9-4FCE-B4E7-BF4A26C91C1F}"/>
              </a:ext>
            </a:extLst>
          </p:cNvPr>
          <p:cNvSpPr>
            <a:spLocks noGrp="1"/>
          </p:cNvSpPr>
          <p:nvPr>
            <p:ph type="body" sz="quarter" idx="10" hasCustomPrompt="1"/>
          </p:nvPr>
        </p:nvSpPr>
        <p:spPr>
          <a:xfrm>
            <a:off x="3515775" y="1262068"/>
            <a:ext cx="2121438" cy="3465507"/>
          </a:xfrm>
        </p:spPr>
        <p:txBody>
          <a:bodyPr anchor="b"/>
          <a:lstStyle>
            <a:lvl1pPr>
              <a:defRPr sz="28000">
                <a:solidFill>
                  <a:schemeClr val="bg1">
                    <a:alpha val="80000"/>
                  </a:schemeClr>
                </a:solidFill>
              </a:defRPr>
            </a:lvl1pPr>
          </a:lstStyle>
          <a:p>
            <a:pPr lvl="0"/>
            <a:r>
              <a:rPr lang="en-US"/>
              <a:t>2</a:t>
            </a:r>
          </a:p>
        </p:txBody>
      </p:sp>
      <p:sp>
        <p:nvSpPr>
          <p:cNvPr id="5" name="Text Placeholder 4">
            <a:extLst>
              <a:ext uri="{FF2B5EF4-FFF2-40B4-BE49-F238E27FC236}">
                <a16:creationId xmlns:a16="http://schemas.microsoft.com/office/drawing/2014/main" id="{59E5ACF3-95EE-4BB1-BD8C-4DCB6A668DBD}"/>
              </a:ext>
            </a:extLst>
          </p:cNvPr>
          <p:cNvSpPr>
            <a:spLocks noGrp="1"/>
          </p:cNvSpPr>
          <p:nvPr>
            <p:ph type="body" sz="quarter" idx="11" hasCustomPrompt="1"/>
          </p:nvPr>
        </p:nvSpPr>
        <p:spPr>
          <a:xfrm rot="16200000">
            <a:off x="-296069" y="3018631"/>
            <a:ext cx="1773237" cy="190500"/>
          </a:xfrm>
        </p:spPr>
        <p:txBody>
          <a:bodyPr/>
          <a:lstStyle>
            <a:lvl1pPr algn="ctr">
              <a:defRPr sz="1050" b="1">
                <a:solidFill>
                  <a:srgbClr val="17E891"/>
                </a:solidFill>
                <a:latin typeface="Space Mono" panose="02000509040000020004" pitchFamily="49" charset="0"/>
              </a:defRPr>
            </a:lvl1pPr>
          </a:lstStyle>
          <a:p>
            <a:pPr lvl="0"/>
            <a:r>
              <a:rPr lang="en-US"/>
              <a:t>27 March 2021</a:t>
            </a:r>
            <a:endParaRPr lang="en-GB"/>
          </a:p>
        </p:txBody>
      </p:sp>
    </p:spTree>
    <p:extLst>
      <p:ext uri="{BB962C8B-B14F-4D97-AF65-F5344CB8AC3E}">
        <p14:creationId xmlns:p14="http://schemas.microsoft.com/office/powerpoint/2010/main" val="314157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4.16667E-7 7.40741E-7 L 0.12825 7.40741E-7 " pathEditMode="relative" rAng="0" ptsTypes="AA">
                                      <p:cBhvr>
                                        <p:cTn id="6" dur="2000" fill="hold"/>
                                        <p:tgtEl>
                                          <p:spTgt spid="12"/>
                                        </p:tgtEl>
                                        <p:attrNameLst>
                                          <p:attrName>ppt_x</p:attrName>
                                          <p:attrName>ppt_y</p:attrName>
                                        </p:attrNameLst>
                                      </p:cBhvr>
                                      <p:rCtr x="640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ext Section Opener 3">
    <p:bg>
      <p:bgPr>
        <a:solidFill>
          <a:srgbClr val="012A2C"/>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8A9ECD61-ED7B-49FC-8FEC-E9337C05843A}"/>
              </a:ext>
            </a:extLst>
          </p:cNvPr>
          <p:cNvCxnSpPr>
            <a:cxnSpLocks/>
          </p:cNvCxnSpPr>
          <p:nvPr/>
        </p:nvCxnSpPr>
        <p:spPr>
          <a:xfrm flipH="1">
            <a:off x="0" y="857250"/>
            <a:ext cx="10142539"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E9617AF-0744-4180-BB4B-3FEB62C97441}"/>
              </a:ext>
            </a:extLst>
          </p:cNvPr>
          <p:cNvSpPr/>
          <p:nvPr/>
        </p:nvSpPr>
        <p:spPr>
          <a:xfrm>
            <a:off x="0" y="0"/>
            <a:ext cx="3584575" cy="6858000"/>
          </a:xfrm>
          <a:prstGeom prst="rect">
            <a:avLst/>
          </a:prstGeom>
          <a:solidFill>
            <a:srgbClr val="012A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itle 9">
            <a:extLst>
              <a:ext uri="{FF2B5EF4-FFF2-40B4-BE49-F238E27FC236}">
                <a16:creationId xmlns:a16="http://schemas.microsoft.com/office/drawing/2014/main" id="{7FB38A9F-8015-4521-AE4E-20BA353E6D7F}"/>
              </a:ext>
            </a:extLst>
          </p:cNvPr>
          <p:cNvSpPr>
            <a:spLocks noGrp="1"/>
          </p:cNvSpPr>
          <p:nvPr>
            <p:ph type="title"/>
          </p:nvPr>
        </p:nvSpPr>
        <p:spPr>
          <a:xfrm>
            <a:off x="511175" y="476250"/>
            <a:ext cx="2971800" cy="1844675"/>
          </a:xfrm>
        </p:spPr>
        <p:txBody>
          <a:bodyPr anchor="t"/>
          <a:lstStyle>
            <a:lvl1pPr>
              <a:defRPr sz="3600" b="0">
                <a:solidFill>
                  <a:schemeClr val="bg1">
                    <a:alpha val="80000"/>
                  </a:schemeClr>
                </a:solidFill>
              </a:defRPr>
            </a:lvl1pPr>
          </a:lstStyle>
          <a:p>
            <a:r>
              <a:rPr lang="en-US"/>
              <a:t>Click to edit Master title style</a:t>
            </a:r>
            <a:endParaRPr lang="en-GB"/>
          </a:p>
        </p:txBody>
      </p:sp>
      <p:sp>
        <p:nvSpPr>
          <p:cNvPr id="7" name="Text Placeholder 2">
            <a:extLst>
              <a:ext uri="{FF2B5EF4-FFF2-40B4-BE49-F238E27FC236}">
                <a16:creationId xmlns:a16="http://schemas.microsoft.com/office/drawing/2014/main" id="{3CEE43AE-91A9-4FCE-B4E7-BF4A26C91C1F}"/>
              </a:ext>
            </a:extLst>
          </p:cNvPr>
          <p:cNvSpPr>
            <a:spLocks noGrp="1"/>
          </p:cNvSpPr>
          <p:nvPr>
            <p:ph type="body" sz="quarter" idx="10" hasCustomPrompt="1"/>
          </p:nvPr>
        </p:nvSpPr>
        <p:spPr>
          <a:xfrm>
            <a:off x="10244138" y="352424"/>
            <a:ext cx="1436687" cy="1147763"/>
          </a:xfrm>
        </p:spPr>
        <p:txBody>
          <a:bodyPr anchor="b"/>
          <a:lstStyle>
            <a:lvl1pPr algn="r">
              <a:defRPr sz="9600">
                <a:solidFill>
                  <a:schemeClr val="bg1">
                    <a:alpha val="80000"/>
                  </a:schemeClr>
                </a:solidFill>
              </a:defRPr>
            </a:lvl1pPr>
          </a:lstStyle>
          <a:p>
            <a:pPr lvl="0"/>
            <a:r>
              <a:rPr lang="en-US"/>
              <a:t>3</a:t>
            </a:r>
          </a:p>
        </p:txBody>
      </p:sp>
    </p:spTree>
    <p:extLst>
      <p:ext uri="{BB962C8B-B14F-4D97-AF65-F5344CB8AC3E}">
        <p14:creationId xmlns:p14="http://schemas.microsoft.com/office/powerpoint/2010/main" val="617848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0" fill="hold"/>
                                        <p:tgtEl>
                                          <p:spTgt spid="12"/>
                                        </p:tgtEl>
                                        <p:attrNameLst>
                                          <p:attrName>ppt_x</p:attrName>
                                        </p:attrNameLst>
                                      </p:cBhvr>
                                      <p:tavLst>
                                        <p:tav tm="0">
                                          <p:val>
                                            <p:strVal val="0-#ppt_w/2"/>
                                          </p:val>
                                        </p:tav>
                                        <p:tav tm="100000">
                                          <p:val>
                                            <p:strVal val="#ppt_x"/>
                                          </p:val>
                                        </p:tav>
                                      </p:tavLst>
                                    </p:anim>
                                    <p:anim calcmode="lin" valueType="num">
                                      <p:cBhvr additive="base">
                                        <p:cTn id="8" dur="2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ext Quote 1">
    <p:bg>
      <p:bgPr>
        <a:solidFill>
          <a:schemeClr val="tx1"/>
        </a:solidFill>
        <a:effectLst/>
      </p:bgPr>
    </p:bg>
    <p:spTree>
      <p:nvGrpSpPr>
        <p:cNvPr id="1" name=""/>
        <p:cNvGrpSpPr/>
        <p:nvPr/>
      </p:nvGrpSpPr>
      <p:grpSpPr>
        <a:xfrm>
          <a:off x="0" y="0"/>
          <a:ext cx="0" cy="0"/>
          <a:chOff x="0" y="0"/>
          <a:chExt cx="0" cy="0"/>
        </a:xfrm>
      </p:grpSpPr>
      <p:sp>
        <p:nvSpPr>
          <p:cNvPr id="19" name="Text Placeholder 10">
            <a:extLst>
              <a:ext uri="{FF2B5EF4-FFF2-40B4-BE49-F238E27FC236}">
                <a16:creationId xmlns:a16="http://schemas.microsoft.com/office/drawing/2014/main" id="{86713B7F-2214-EC45-B16D-691521DFD097}"/>
              </a:ext>
            </a:extLst>
          </p:cNvPr>
          <p:cNvSpPr>
            <a:spLocks noGrp="1"/>
          </p:cNvSpPr>
          <p:nvPr>
            <p:ph type="body" sz="quarter" idx="15"/>
          </p:nvPr>
        </p:nvSpPr>
        <p:spPr>
          <a:xfrm>
            <a:off x="2047875" y="5978525"/>
            <a:ext cx="3484563" cy="377825"/>
          </a:xfrm>
          <a:prstGeom prst="rect">
            <a:avLst/>
          </a:prstGeom>
        </p:spPr>
        <p:txBody>
          <a:bodyPr anchor="b"/>
          <a:lstStyle>
            <a:lvl1pPr marL="7701" algn="l" defTabSz="554492" rtl="0" eaLnBrk="1" latinLnBrk="0" hangingPunct="1">
              <a:lnSpc>
                <a:spcPct val="100000"/>
              </a:lnSpc>
              <a:spcBef>
                <a:spcPts val="61"/>
              </a:spcBef>
              <a:defRPr lang="en-US" sz="1698" b="1" i="0" kern="0" dirty="0">
                <a:solidFill>
                  <a:srgbClr val="CAD1D2"/>
                </a:solidFill>
                <a:latin typeface="Calibre-Semibold"/>
                <a:ea typeface="+mj-ea"/>
                <a:cs typeface="Calibre-Semibold"/>
              </a:defRPr>
            </a:lvl1pPr>
          </a:lstStyle>
          <a:p>
            <a:pPr lvl="0"/>
            <a:r>
              <a:rPr lang="en-US"/>
              <a:t>Click to edit Master text styles</a:t>
            </a:r>
          </a:p>
        </p:txBody>
      </p:sp>
      <p:sp>
        <p:nvSpPr>
          <p:cNvPr id="17" name="Title 16">
            <a:extLst>
              <a:ext uri="{FF2B5EF4-FFF2-40B4-BE49-F238E27FC236}">
                <a16:creationId xmlns:a16="http://schemas.microsoft.com/office/drawing/2014/main" id="{84F3302C-956C-4D92-A7AC-A2576257DE4C}"/>
              </a:ext>
            </a:extLst>
          </p:cNvPr>
          <p:cNvSpPr>
            <a:spLocks noGrp="1"/>
          </p:cNvSpPr>
          <p:nvPr>
            <p:ph type="title"/>
          </p:nvPr>
        </p:nvSpPr>
        <p:spPr>
          <a:xfrm>
            <a:off x="2048404" y="501650"/>
            <a:ext cx="8094134" cy="5375275"/>
          </a:xfrm>
        </p:spPr>
        <p:txBody>
          <a:bodyPr tIns="0" anchor="ctr"/>
          <a:lstStyle>
            <a:lvl1pPr>
              <a:defRPr sz="7600">
                <a:solidFill>
                  <a:srgbClr val="CAD1D2"/>
                </a:solidFill>
              </a:defRPr>
            </a:lvl1pPr>
          </a:lstStyle>
          <a:p>
            <a:r>
              <a:rPr lang="en-US"/>
              <a:t>Click to edit Master title style</a:t>
            </a:r>
            <a:endParaRPr lang="en-GB"/>
          </a:p>
        </p:txBody>
      </p:sp>
      <p:sp>
        <p:nvSpPr>
          <p:cNvPr id="18" name="object 6">
            <a:extLst>
              <a:ext uri="{FF2B5EF4-FFF2-40B4-BE49-F238E27FC236}">
                <a16:creationId xmlns:a16="http://schemas.microsoft.com/office/drawing/2014/main" id="{400F07D7-1A14-41D3-9B69-71D33B4E8ABC}"/>
              </a:ext>
            </a:extLst>
          </p:cNvPr>
          <p:cNvSpPr/>
          <p:nvPr/>
        </p:nvSpPr>
        <p:spPr>
          <a:xfrm>
            <a:off x="10756900" y="2665823"/>
            <a:ext cx="922338" cy="710790"/>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13" name="object 6">
            <a:extLst>
              <a:ext uri="{FF2B5EF4-FFF2-40B4-BE49-F238E27FC236}">
                <a16:creationId xmlns:a16="http://schemas.microsoft.com/office/drawing/2014/main" id="{FB813681-E3D6-4A56-B77D-11D49DBDAAD1}"/>
              </a:ext>
            </a:extLst>
          </p:cNvPr>
          <p:cNvSpPr/>
          <p:nvPr/>
        </p:nvSpPr>
        <p:spPr>
          <a:xfrm flipH="1" flipV="1">
            <a:off x="504470" y="2665823"/>
            <a:ext cx="922338" cy="710790"/>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8" name="object 6">
            <a:extLst>
              <a:ext uri="{FF2B5EF4-FFF2-40B4-BE49-F238E27FC236}">
                <a16:creationId xmlns:a16="http://schemas.microsoft.com/office/drawing/2014/main" id="{EF7AD529-2E17-459A-A518-F7E536FD6E90}"/>
              </a:ext>
            </a:extLst>
          </p:cNvPr>
          <p:cNvSpPr/>
          <p:nvPr/>
        </p:nvSpPr>
        <p:spPr>
          <a:xfrm>
            <a:off x="10756900" y="2665823"/>
            <a:ext cx="922338" cy="710790"/>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9" name="object 6">
            <a:extLst>
              <a:ext uri="{FF2B5EF4-FFF2-40B4-BE49-F238E27FC236}">
                <a16:creationId xmlns:a16="http://schemas.microsoft.com/office/drawing/2014/main" id="{A836EC68-B0EA-42E5-A306-7FCE97C078A6}"/>
              </a:ext>
            </a:extLst>
          </p:cNvPr>
          <p:cNvSpPr/>
          <p:nvPr/>
        </p:nvSpPr>
        <p:spPr>
          <a:xfrm flipH="1" flipV="1">
            <a:off x="504470" y="2665823"/>
            <a:ext cx="922338" cy="710790"/>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10" name="object 6">
            <a:extLst>
              <a:ext uri="{FF2B5EF4-FFF2-40B4-BE49-F238E27FC236}">
                <a16:creationId xmlns:a16="http://schemas.microsoft.com/office/drawing/2014/main" id="{F836AC56-5990-4120-816A-004A5973D11E}"/>
              </a:ext>
            </a:extLst>
          </p:cNvPr>
          <p:cNvSpPr/>
          <p:nvPr userDrawn="1"/>
        </p:nvSpPr>
        <p:spPr>
          <a:xfrm>
            <a:off x="10756900" y="2665823"/>
            <a:ext cx="922338" cy="710790"/>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11" name="object 6">
            <a:extLst>
              <a:ext uri="{FF2B5EF4-FFF2-40B4-BE49-F238E27FC236}">
                <a16:creationId xmlns:a16="http://schemas.microsoft.com/office/drawing/2014/main" id="{511A8604-858C-4A12-ADE8-6705A09610F4}"/>
              </a:ext>
            </a:extLst>
          </p:cNvPr>
          <p:cNvSpPr/>
          <p:nvPr userDrawn="1"/>
        </p:nvSpPr>
        <p:spPr>
          <a:xfrm flipH="1" flipV="1">
            <a:off x="504470" y="2665823"/>
            <a:ext cx="922338" cy="710790"/>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14" name="TextBox 13">
            <a:extLst>
              <a:ext uri="{FF2B5EF4-FFF2-40B4-BE49-F238E27FC236}">
                <a16:creationId xmlns:a16="http://schemas.microsoft.com/office/drawing/2014/main" id="{35D231BF-12DF-4AA6-8A1D-225A3C833697}"/>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12" name="TextBox 11">
            <a:extLst>
              <a:ext uri="{FF2B5EF4-FFF2-40B4-BE49-F238E27FC236}">
                <a16:creationId xmlns:a16="http://schemas.microsoft.com/office/drawing/2014/main" id="{E78127E9-DB37-431B-B7CA-4D1DA013E6F9}"/>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Tree>
    <p:extLst>
      <p:ext uri="{BB962C8B-B14F-4D97-AF65-F5344CB8AC3E}">
        <p14:creationId xmlns:p14="http://schemas.microsoft.com/office/powerpoint/2010/main" val="4242135018"/>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ext Quote 2">
    <p:bg>
      <p:bgPr>
        <a:solidFill>
          <a:schemeClr val="tx1"/>
        </a:solidFill>
        <a:effectLst/>
      </p:bgPr>
    </p:bg>
    <p:spTree>
      <p:nvGrpSpPr>
        <p:cNvPr id="1" name=""/>
        <p:cNvGrpSpPr/>
        <p:nvPr/>
      </p:nvGrpSpPr>
      <p:grpSpPr>
        <a:xfrm>
          <a:off x="0" y="0"/>
          <a:ext cx="0" cy="0"/>
          <a:chOff x="0" y="0"/>
          <a:chExt cx="0" cy="0"/>
        </a:xfrm>
      </p:grpSpPr>
      <p:sp>
        <p:nvSpPr>
          <p:cNvPr id="8" name="Text Placeholder 10">
            <a:extLst>
              <a:ext uri="{FF2B5EF4-FFF2-40B4-BE49-F238E27FC236}">
                <a16:creationId xmlns:a16="http://schemas.microsoft.com/office/drawing/2014/main" id="{75403291-4461-41FB-9C05-5D224A319BFE}"/>
              </a:ext>
            </a:extLst>
          </p:cNvPr>
          <p:cNvSpPr>
            <a:spLocks noGrp="1"/>
          </p:cNvSpPr>
          <p:nvPr>
            <p:ph type="body" sz="quarter" idx="46"/>
          </p:nvPr>
        </p:nvSpPr>
        <p:spPr>
          <a:xfrm>
            <a:off x="504470" y="1556659"/>
            <a:ext cx="1687299" cy="243656"/>
          </a:xfrm>
          <a:prstGeom prst="rect">
            <a:avLst/>
          </a:prstGeom>
        </p:spPr>
        <p:txBody>
          <a:bodyPr anchor="b"/>
          <a:lstStyle>
            <a:lvl1pPr marL="7701" algn="l" defTabSz="554492" rtl="0" eaLnBrk="1" latinLnBrk="0" hangingPunct="1">
              <a:lnSpc>
                <a:spcPct val="100000"/>
              </a:lnSpc>
              <a:spcBef>
                <a:spcPts val="61"/>
              </a:spcBef>
              <a:defRPr lang="en-US" sz="1698" b="1" i="0" kern="0" dirty="0">
                <a:solidFill>
                  <a:srgbClr val="CAD1D2"/>
                </a:solidFill>
                <a:latin typeface="Calibre-Semibold"/>
                <a:ea typeface="+mj-ea"/>
                <a:cs typeface="Calibre-Semibold"/>
              </a:defRPr>
            </a:lvl1pPr>
          </a:lstStyle>
          <a:p>
            <a:pPr lvl="0"/>
            <a:r>
              <a:rPr lang="en-US"/>
              <a:t>Click to edit Master text styles</a:t>
            </a:r>
          </a:p>
        </p:txBody>
      </p:sp>
      <p:sp>
        <p:nvSpPr>
          <p:cNvPr id="9" name="Text Placeholder 10">
            <a:extLst>
              <a:ext uri="{FF2B5EF4-FFF2-40B4-BE49-F238E27FC236}">
                <a16:creationId xmlns:a16="http://schemas.microsoft.com/office/drawing/2014/main" id="{F20A762D-6EE7-4EA9-A463-536C42903C04}"/>
              </a:ext>
            </a:extLst>
          </p:cNvPr>
          <p:cNvSpPr>
            <a:spLocks noGrp="1"/>
          </p:cNvSpPr>
          <p:nvPr>
            <p:ph type="body" sz="quarter" idx="16"/>
          </p:nvPr>
        </p:nvSpPr>
        <p:spPr>
          <a:xfrm>
            <a:off x="504470" y="1811550"/>
            <a:ext cx="1687299" cy="243656"/>
          </a:xfrm>
          <a:prstGeom prst="rect">
            <a:avLst/>
          </a:prstGeom>
        </p:spPr>
        <p:txBody>
          <a:bodyPr tIns="0"/>
          <a:lstStyle>
            <a:lvl1pPr marL="7701" algn="l" defTabSz="554492" rtl="0" eaLnBrk="1" latinLnBrk="0" hangingPunct="1">
              <a:lnSpc>
                <a:spcPts val="1868"/>
              </a:lnSpc>
              <a:defRPr lang="en-US" sz="1698" b="0" i="0" kern="0" dirty="0">
                <a:solidFill>
                  <a:srgbClr val="CAD1D2"/>
                </a:solidFill>
                <a:latin typeface="Calibre"/>
                <a:ea typeface="+mj-ea"/>
                <a:cs typeface="Calibre"/>
              </a:defRPr>
            </a:lvl1pPr>
          </a:lstStyle>
          <a:p>
            <a:pPr lvl="0"/>
            <a:r>
              <a:rPr lang="en-US"/>
              <a:t>Click to edit Master text styles</a:t>
            </a:r>
          </a:p>
        </p:txBody>
      </p:sp>
      <p:sp>
        <p:nvSpPr>
          <p:cNvPr id="10" name="Title 16">
            <a:extLst>
              <a:ext uri="{FF2B5EF4-FFF2-40B4-BE49-F238E27FC236}">
                <a16:creationId xmlns:a16="http://schemas.microsoft.com/office/drawing/2014/main" id="{9FAFE378-6B41-4CCA-BF34-5E1D9ACE1F13}"/>
              </a:ext>
            </a:extLst>
          </p:cNvPr>
          <p:cNvSpPr>
            <a:spLocks noGrp="1"/>
          </p:cNvSpPr>
          <p:nvPr>
            <p:ph type="title"/>
          </p:nvPr>
        </p:nvSpPr>
        <p:spPr>
          <a:xfrm>
            <a:off x="4097866" y="1318057"/>
            <a:ext cx="6557434" cy="4034991"/>
          </a:xfrm>
        </p:spPr>
        <p:txBody>
          <a:bodyPr tIns="0"/>
          <a:lstStyle>
            <a:lvl1pPr>
              <a:defRPr sz="7600">
                <a:solidFill>
                  <a:srgbClr val="CAD1D2"/>
                </a:solidFill>
              </a:defRPr>
            </a:lvl1pPr>
          </a:lstStyle>
          <a:p>
            <a:r>
              <a:rPr lang="en-US"/>
              <a:t>Click to edit Master title style</a:t>
            </a:r>
            <a:endParaRPr lang="en-GB"/>
          </a:p>
        </p:txBody>
      </p:sp>
      <p:sp>
        <p:nvSpPr>
          <p:cNvPr id="11" name="object 5">
            <a:extLst>
              <a:ext uri="{FF2B5EF4-FFF2-40B4-BE49-F238E27FC236}">
                <a16:creationId xmlns:a16="http://schemas.microsoft.com/office/drawing/2014/main" id="{97210360-8890-433C-8FF3-ECAA5E750598}"/>
              </a:ext>
            </a:extLst>
          </p:cNvPr>
          <p:cNvSpPr/>
          <p:nvPr/>
        </p:nvSpPr>
        <p:spPr>
          <a:xfrm>
            <a:off x="4097866" y="353034"/>
            <a:ext cx="688544" cy="530619"/>
          </a:xfrm>
          <a:custGeom>
            <a:avLst/>
            <a:gdLst/>
            <a:ahLst/>
            <a:cxnLst/>
            <a:rect l="l" t="t" r="r" b="b"/>
            <a:pathLst>
              <a:path w="1135379" h="875030">
                <a:moveTo>
                  <a:pt x="524141" y="0"/>
                </a:moveTo>
                <a:lnTo>
                  <a:pt x="472457" y="9795"/>
                </a:lnTo>
                <a:lnTo>
                  <a:pt x="422881" y="23169"/>
                </a:lnTo>
                <a:lnTo>
                  <a:pt x="375516" y="39929"/>
                </a:lnTo>
                <a:lnTo>
                  <a:pt x="330465" y="59885"/>
                </a:lnTo>
                <a:lnTo>
                  <a:pt x="287828" y="82844"/>
                </a:lnTo>
                <a:lnTo>
                  <a:pt x="247710" y="108616"/>
                </a:lnTo>
                <a:lnTo>
                  <a:pt x="210212" y="137008"/>
                </a:lnTo>
                <a:lnTo>
                  <a:pt x="175437" y="167828"/>
                </a:lnTo>
                <a:lnTo>
                  <a:pt x="143487" y="200886"/>
                </a:lnTo>
                <a:lnTo>
                  <a:pt x="114466" y="235989"/>
                </a:lnTo>
                <a:lnTo>
                  <a:pt x="88475" y="272946"/>
                </a:lnTo>
                <a:lnTo>
                  <a:pt x="65617" y="311566"/>
                </a:lnTo>
                <a:lnTo>
                  <a:pt x="45994" y="351656"/>
                </a:lnTo>
                <a:lnTo>
                  <a:pt x="29709" y="393025"/>
                </a:lnTo>
                <a:lnTo>
                  <a:pt x="16865" y="435481"/>
                </a:lnTo>
                <a:lnTo>
                  <a:pt x="7564" y="478833"/>
                </a:lnTo>
                <a:lnTo>
                  <a:pt x="1908" y="522890"/>
                </a:lnTo>
                <a:lnTo>
                  <a:pt x="0" y="567459"/>
                </a:lnTo>
                <a:lnTo>
                  <a:pt x="3300" y="626598"/>
                </a:lnTo>
                <a:lnTo>
                  <a:pt x="12891" y="679290"/>
                </a:lnTo>
                <a:lnTo>
                  <a:pt x="28303" y="725589"/>
                </a:lnTo>
                <a:lnTo>
                  <a:pt x="49069" y="765546"/>
                </a:lnTo>
                <a:lnTo>
                  <a:pt x="74721" y="799213"/>
                </a:lnTo>
                <a:lnTo>
                  <a:pt x="104791" y="826642"/>
                </a:lnTo>
                <a:lnTo>
                  <a:pt x="138812" y="847886"/>
                </a:lnTo>
                <a:lnTo>
                  <a:pt x="176315" y="862995"/>
                </a:lnTo>
                <a:lnTo>
                  <a:pt x="216833" y="872022"/>
                </a:lnTo>
                <a:lnTo>
                  <a:pt x="259897" y="875020"/>
                </a:lnTo>
                <a:lnTo>
                  <a:pt x="303157" y="870485"/>
                </a:lnTo>
                <a:lnTo>
                  <a:pt x="344437" y="857422"/>
                </a:lnTo>
                <a:lnTo>
                  <a:pt x="382569" y="836643"/>
                </a:lnTo>
                <a:lnTo>
                  <a:pt x="416387" y="808960"/>
                </a:lnTo>
                <a:lnTo>
                  <a:pt x="444723" y="775186"/>
                </a:lnTo>
                <a:lnTo>
                  <a:pt x="466408" y="736132"/>
                </a:lnTo>
                <a:lnTo>
                  <a:pt x="480276" y="692611"/>
                </a:lnTo>
                <a:lnTo>
                  <a:pt x="485158" y="645435"/>
                </a:lnTo>
                <a:lnTo>
                  <a:pt x="480774" y="597136"/>
                </a:lnTo>
                <a:lnTo>
                  <a:pt x="468280" y="553776"/>
                </a:lnTo>
                <a:lnTo>
                  <a:pt x="448665" y="515613"/>
                </a:lnTo>
                <a:lnTo>
                  <a:pt x="422917" y="482907"/>
                </a:lnTo>
                <a:lnTo>
                  <a:pt x="392022" y="455920"/>
                </a:lnTo>
                <a:lnTo>
                  <a:pt x="356968" y="434911"/>
                </a:lnTo>
                <a:lnTo>
                  <a:pt x="318744" y="420139"/>
                </a:lnTo>
                <a:lnTo>
                  <a:pt x="194926" y="415851"/>
                </a:lnTo>
                <a:lnTo>
                  <a:pt x="197334" y="383862"/>
                </a:lnTo>
                <a:lnTo>
                  <a:pt x="217420" y="314477"/>
                </a:lnTo>
                <a:lnTo>
                  <a:pt x="235645" y="278563"/>
                </a:lnTo>
                <a:lnTo>
                  <a:pt x="259690" y="242826"/>
                </a:lnTo>
                <a:lnTo>
                  <a:pt x="289826" y="208006"/>
                </a:lnTo>
                <a:lnTo>
                  <a:pt x="326329" y="174845"/>
                </a:lnTo>
                <a:lnTo>
                  <a:pt x="369472" y="144087"/>
                </a:lnTo>
                <a:lnTo>
                  <a:pt x="419527" y="116472"/>
                </a:lnTo>
                <a:lnTo>
                  <a:pt x="476769" y="92743"/>
                </a:lnTo>
                <a:lnTo>
                  <a:pt x="541470" y="73641"/>
                </a:lnTo>
                <a:lnTo>
                  <a:pt x="524141" y="0"/>
                </a:lnTo>
                <a:close/>
              </a:path>
              <a:path w="1135379" h="875030">
                <a:moveTo>
                  <a:pt x="236735" y="410349"/>
                </a:moveTo>
                <a:lnTo>
                  <a:pt x="194926" y="415851"/>
                </a:lnTo>
                <a:lnTo>
                  <a:pt x="297801" y="415851"/>
                </a:lnTo>
                <a:lnTo>
                  <a:pt x="278337" y="411865"/>
                </a:lnTo>
                <a:lnTo>
                  <a:pt x="236735" y="410349"/>
                </a:lnTo>
                <a:close/>
              </a:path>
              <a:path w="1135379" h="875030">
                <a:moveTo>
                  <a:pt x="1117589" y="0"/>
                </a:moveTo>
                <a:lnTo>
                  <a:pt x="1065905" y="9795"/>
                </a:lnTo>
                <a:lnTo>
                  <a:pt x="1016329" y="23169"/>
                </a:lnTo>
                <a:lnTo>
                  <a:pt x="968964" y="39929"/>
                </a:lnTo>
                <a:lnTo>
                  <a:pt x="923912" y="59885"/>
                </a:lnTo>
                <a:lnTo>
                  <a:pt x="881276" y="82844"/>
                </a:lnTo>
                <a:lnTo>
                  <a:pt x="841158" y="108616"/>
                </a:lnTo>
                <a:lnTo>
                  <a:pt x="803660" y="137008"/>
                </a:lnTo>
                <a:lnTo>
                  <a:pt x="768885" y="167828"/>
                </a:lnTo>
                <a:lnTo>
                  <a:pt x="736935" y="200886"/>
                </a:lnTo>
                <a:lnTo>
                  <a:pt x="707914" y="235989"/>
                </a:lnTo>
                <a:lnTo>
                  <a:pt x="681923" y="272946"/>
                </a:lnTo>
                <a:lnTo>
                  <a:pt x="659065" y="311566"/>
                </a:lnTo>
                <a:lnTo>
                  <a:pt x="639442" y="351656"/>
                </a:lnTo>
                <a:lnTo>
                  <a:pt x="623157" y="393025"/>
                </a:lnTo>
                <a:lnTo>
                  <a:pt x="610313" y="435481"/>
                </a:lnTo>
                <a:lnTo>
                  <a:pt x="601012" y="478833"/>
                </a:lnTo>
                <a:lnTo>
                  <a:pt x="595356" y="522890"/>
                </a:lnTo>
                <a:lnTo>
                  <a:pt x="593447" y="567459"/>
                </a:lnTo>
                <a:lnTo>
                  <a:pt x="596748" y="626598"/>
                </a:lnTo>
                <a:lnTo>
                  <a:pt x="606339" y="679290"/>
                </a:lnTo>
                <a:lnTo>
                  <a:pt x="621751" y="725589"/>
                </a:lnTo>
                <a:lnTo>
                  <a:pt x="642517" y="765546"/>
                </a:lnTo>
                <a:lnTo>
                  <a:pt x="668170" y="799213"/>
                </a:lnTo>
                <a:lnTo>
                  <a:pt x="698242" y="826642"/>
                </a:lnTo>
                <a:lnTo>
                  <a:pt x="732264" y="847886"/>
                </a:lnTo>
                <a:lnTo>
                  <a:pt x="769768" y="862995"/>
                </a:lnTo>
                <a:lnTo>
                  <a:pt x="810288" y="872022"/>
                </a:lnTo>
                <a:lnTo>
                  <a:pt x="853356" y="875020"/>
                </a:lnTo>
                <a:lnTo>
                  <a:pt x="896612" y="870485"/>
                </a:lnTo>
                <a:lnTo>
                  <a:pt x="937889" y="857422"/>
                </a:lnTo>
                <a:lnTo>
                  <a:pt x="976020" y="836643"/>
                </a:lnTo>
                <a:lnTo>
                  <a:pt x="1009837" y="808960"/>
                </a:lnTo>
                <a:lnTo>
                  <a:pt x="1038171" y="775186"/>
                </a:lnTo>
                <a:lnTo>
                  <a:pt x="1059856" y="736132"/>
                </a:lnTo>
                <a:lnTo>
                  <a:pt x="1073723" y="692611"/>
                </a:lnTo>
                <a:lnTo>
                  <a:pt x="1078605" y="645435"/>
                </a:lnTo>
                <a:lnTo>
                  <a:pt x="1074221" y="597136"/>
                </a:lnTo>
                <a:lnTo>
                  <a:pt x="1061728" y="553776"/>
                </a:lnTo>
                <a:lnTo>
                  <a:pt x="1042113" y="515613"/>
                </a:lnTo>
                <a:lnTo>
                  <a:pt x="1016364" y="482907"/>
                </a:lnTo>
                <a:lnTo>
                  <a:pt x="985469" y="455920"/>
                </a:lnTo>
                <a:lnTo>
                  <a:pt x="950416" y="434911"/>
                </a:lnTo>
                <a:lnTo>
                  <a:pt x="912192" y="420139"/>
                </a:lnTo>
                <a:lnTo>
                  <a:pt x="788373" y="415851"/>
                </a:lnTo>
                <a:lnTo>
                  <a:pt x="790782" y="383862"/>
                </a:lnTo>
                <a:lnTo>
                  <a:pt x="810870" y="314477"/>
                </a:lnTo>
                <a:lnTo>
                  <a:pt x="829096" y="278563"/>
                </a:lnTo>
                <a:lnTo>
                  <a:pt x="853141" y="242826"/>
                </a:lnTo>
                <a:lnTo>
                  <a:pt x="883279" y="208006"/>
                </a:lnTo>
                <a:lnTo>
                  <a:pt x="919782" y="174845"/>
                </a:lnTo>
                <a:lnTo>
                  <a:pt x="962924" y="144087"/>
                </a:lnTo>
                <a:lnTo>
                  <a:pt x="1012979" y="116472"/>
                </a:lnTo>
                <a:lnTo>
                  <a:pt x="1070219" y="92743"/>
                </a:lnTo>
                <a:lnTo>
                  <a:pt x="1134918" y="73641"/>
                </a:lnTo>
                <a:lnTo>
                  <a:pt x="1117589" y="0"/>
                </a:lnTo>
                <a:close/>
              </a:path>
              <a:path w="1135379" h="875030">
                <a:moveTo>
                  <a:pt x="830183" y="410349"/>
                </a:moveTo>
                <a:lnTo>
                  <a:pt x="788373" y="415851"/>
                </a:lnTo>
                <a:lnTo>
                  <a:pt x="891249" y="415851"/>
                </a:lnTo>
                <a:lnTo>
                  <a:pt x="871785" y="411865"/>
                </a:lnTo>
                <a:lnTo>
                  <a:pt x="830183" y="410349"/>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12" name="object 6">
            <a:extLst>
              <a:ext uri="{FF2B5EF4-FFF2-40B4-BE49-F238E27FC236}">
                <a16:creationId xmlns:a16="http://schemas.microsoft.com/office/drawing/2014/main" id="{3C16FB0A-AADC-4070-860E-B892F9BFD1EB}"/>
              </a:ext>
            </a:extLst>
          </p:cNvPr>
          <p:cNvSpPr/>
          <p:nvPr/>
        </p:nvSpPr>
        <p:spPr>
          <a:xfrm>
            <a:off x="4097866" y="5841801"/>
            <a:ext cx="688544" cy="530619"/>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13" name="object 5">
            <a:extLst>
              <a:ext uri="{FF2B5EF4-FFF2-40B4-BE49-F238E27FC236}">
                <a16:creationId xmlns:a16="http://schemas.microsoft.com/office/drawing/2014/main" id="{F822F6BA-3ECD-4DBB-96AE-CFB381B39735}"/>
              </a:ext>
            </a:extLst>
          </p:cNvPr>
          <p:cNvSpPr/>
          <p:nvPr/>
        </p:nvSpPr>
        <p:spPr>
          <a:xfrm>
            <a:off x="4097866" y="353034"/>
            <a:ext cx="688544" cy="530619"/>
          </a:xfrm>
          <a:custGeom>
            <a:avLst/>
            <a:gdLst/>
            <a:ahLst/>
            <a:cxnLst/>
            <a:rect l="l" t="t" r="r" b="b"/>
            <a:pathLst>
              <a:path w="1135379" h="875030">
                <a:moveTo>
                  <a:pt x="524141" y="0"/>
                </a:moveTo>
                <a:lnTo>
                  <a:pt x="472457" y="9795"/>
                </a:lnTo>
                <a:lnTo>
                  <a:pt x="422881" y="23169"/>
                </a:lnTo>
                <a:lnTo>
                  <a:pt x="375516" y="39929"/>
                </a:lnTo>
                <a:lnTo>
                  <a:pt x="330465" y="59885"/>
                </a:lnTo>
                <a:lnTo>
                  <a:pt x="287828" y="82844"/>
                </a:lnTo>
                <a:lnTo>
                  <a:pt x="247710" y="108616"/>
                </a:lnTo>
                <a:lnTo>
                  <a:pt x="210212" y="137008"/>
                </a:lnTo>
                <a:lnTo>
                  <a:pt x="175437" y="167828"/>
                </a:lnTo>
                <a:lnTo>
                  <a:pt x="143487" y="200886"/>
                </a:lnTo>
                <a:lnTo>
                  <a:pt x="114466" y="235989"/>
                </a:lnTo>
                <a:lnTo>
                  <a:pt x="88475" y="272946"/>
                </a:lnTo>
                <a:lnTo>
                  <a:pt x="65617" y="311566"/>
                </a:lnTo>
                <a:lnTo>
                  <a:pt x="45994" y="351656"/>
                </a:lnTo>
                <a:lnTo>
                  <a:pt x="29709" y="393025"/>
                </a:lnTo>
                <a:lnTo>
                  <a:pt x="16865" y="435481"/>
                </a:lnTo>
                <a:lnTo>
                  <a:pt x="7564" y="478833"/>
                </a:lnTo>
                <a:lnTo>
                  <a:pt x="1908" y="522890"/>
                </a:lnTo>
                <a:lnTo>
                  <a:pt x="0" y="567459"/>
                </a:lnTo>
                <a:lnTo>
                  <a:pt x="3300" y="626598"/>
                </a:lnTo>
                <a:lnTo>
                  <a:pt x="12891" y="679290"/>
                </a:lnTo>
                <a:lnTo>
                  <a:pt x="28303" y="725589"/>
                </a:lnTo>
                <a:lnTo>
                  <a:pt x="49069" y="765546"/>
                </a:lnTo>
                <a:lnTo>
                  <a:pt x="74721" y="799213"/>
                </a:lnTo>
                <a:lnTo>
                  <a:pt x="104791" y="826642"/>
                </a:lnTo>
                <a:lnTo>
                  <a:pt x="138812" y="847886"/>
                </a:lnTo>
                <a:lnTo>
                  <a:pt x="176315" y="862995"/>
                </a:lnTo>
                <a:lnTo>
                  <a:pt x="216833" y="872022"/>
                </a:lnTo>
                <a:lnTo>
                  <a:pt x="259897" y="875020"/>
                </a:lnTo>
                <a:lnTo>
                  <a:pt x="303157" y="870485"/>
                </a:lnTo>
                <a:lnTo>
                  <a:pt x="344437" y="857422"/>
                </a:lnTo>
                <a:lnTo>
                  <a:pt x="382569" y="836643"/>
                </a:lnTo>
                <a:lnTo>
                  <a:pt x="416387" y="808960"/>
                </a:lnTo>
                <a:lnTo>
                  <a:pt x="444723" y="775186"/>
                </a:lnTo>
                <a:lnTo>
                  <a:pt x="466408" y="736132"/>
                </a:lnTo>
                <a:lnTo>
                  <a:pt x="480276" y="692611"/>
                </a:lnTo>
                <a:lnTo>
                  <a:pt x="485158" y="645435"/>
                </a:lnTo>
                <a:lnTo>
                  <a:pt x="480774" y="597136"/>
                </a:lnTo>
                <a:lnTo>
                  <a:pt x="468280" y="553776"/>
                </a:lnTo>
                <a:lnTo>
                  <a:pt x="448665" y="515613"/>
                </a:lnTo>
                <a:lnTo>
                  <a:pt x="422917" y="482907"/>
                </a:lnTo>
                <a:lnTo>
                  <a:pt x="392022" y="455920"/>
                </a:lnTo>
                <a:lnTo>
                  <a:pt x="356968" y="434911"/>
                </a:lnTo>
                <a:lnTo>
                  <a:pt x="318744" y="420139"/>
                </a:lnTo>
                <a:lnTo>
                  <a:pt x="194926" y="415851"/>
                </a:lnTo>
                <a:lnTo>
                  <a:pt x="197334" y="383862"/>
                </a:lnTo>
                <a:lnTo>
                  <a:pt x="217420" y="314477"/>
                </a:lnTo>
                <a:lnTo>
                  <a:pt x="235645" y="278563"/>
                </a:lnTo>
                <a:lnTo>
                  <a:pt x="259690" y="242826"/>
                </a:lnTo>
                <a:lnTo>
                  <a:pt x="289826" y="208006"/>
                </a:lnTo>
                <a:lnTo>
                  <a:pt x="326329" y="174845"/>
                </a:lnTo>
                <a:lnTo>
                  <a:pt x="369472" y="144087"/>
                </a:lnTo>
                <a:lnTo>
                  <a:pt x="419527" y="116472"/>
                </a:lnTo>
                <a:lnTo>
                  <a:pt x="476769" y="92743"/>
                </a:lnTo>
                <a:lnTo>
                  <a:pt x="541470" y="73641"/>
                </a:lnTo>
                <a:lnTo>
                  <a:pt x="524141" y="0"/>
                </a:lnTo>
                <a:close/>
              </a:path>
              <a:path w="1135379" h="875030">
                <a:moveTo>
                  <a:pt x="236735" y="410349"/>
                </a:moveTo>
                <a:lnTo>
                  <a:pt x="194926" y="415851"/>
                </a:lnTo>
                <a:lnTo>
                  <a:pt x="297801" y="415851"/>
                </a:lnTo>
                <a:lnTo>
                  <a:pt x="278337" y="411865"/>
                </a:lnTo>
                <a:lnTo>
                  <a:pt x="236735" y="410349"/>
                </a:lnTo>
                <a:close/>
              </a:path>
              <a:path w="1135379" h="875030">
                <a:moveTo>
                  <a:pt x="1117589" y="0"/>
                </a:moveTo>
                <a:lnTo>
                  <a:pt x="1065905" y="9795"/>
                </a:lnTo>
                <a:lnTo>
                  <a:pt x="1016329" y="23169"/>
                </a:lnTo>
                <a:lnTo>
                  <a:pt x="968964" y="39929"/>
                </a:lnTo>
                <a:lnTo>
                  <a:pt x="923912" y="59885"/>
                </a:lnTo>
                <a:lnTo>
                  <a:pt x="881276" y="82844"/>
                </a:lnTo>
                <a:lnTo>
                  <a:pt x="841158" y="108616"/>
                </a:lnTo>
                <a:lnTo>
                  <a:pt x="803660" y="137008"/>
                </a:lnTo>
                <a:lnTo>
                  <a:pt x="768885" y="167828"/>
                </a:lnTo>
                <a:lnTo>
                  <a:pt x="736935" y="200886"/>
                </a:lnTo>
                <a:lnTo>
                  <a:pt x="707914" y="235989"/>
                </a:lnTo>
                <a:lnTo>
                  <a:pt x="681923" y="272946"/>
                </a:lnTo>
                <a:lnTo>
                  <a:pt x="659065" y="311566"/>
                </a:lnTo>
                <a:lnTo>
                  <a:pt x="639442" y="351656"/>
                </a:lnTo>
                <a:lnTo>
                  <a:pt x="623157" y="393025"/>
                </a:lnTo>
                <a:lnTo>
                  <a:pt x="610313" y="435481"/>
                </a:lnTo>
                <a:lnTo>
                  <a:pt x="601012" y="478833"/>
                </a:lnTo>
                <a:lnTo>
                  <a:pt x="595356" y="522890"/>
                </a:lnTo>
                <a:lnTo>
                  <a:pt x="593447" y="567459"/>
                </a:lnTo>
                <a:lnTo>
                  <a:pt x="596748" y="626598"/>
                </a:lnTo>
                <a:lnTo>
                  <a:pt x="606339" y="679290"/>
                </a:lnTo>
                <a:lnTo>
                  <a:pt x="621751" y="725589"/>
                </a:lnTo>
                <a:lnTo>
                  <a:pt x="642517" y="765546"/>
                </a:lnTo>
                <a:lnTo>
                  <a:pt x="668170" y="799213"/>
                </a:lnTo>
                <a:lnTo>
                  <a:pt x="698242" y="826642"/>
                </a:lnTo>
                <a:lnTo>
                  <a:pt x="732264" y="847886"/>
                </a:lnTo>
                <a:lnTo>
                  <a:pt x="769768" y="862995"/>
                </a:lnTo>
                <a:lnTo>
                  <a:pt x="810288" y="872022"/>
                </a:lnTo>
                <a:lnTo>
                  <a:pt x="853356" y="875020"/>
                </a:lnTo>
                <a:lnTo>
                  <a:pt x="896612" y="870485"/>
                </a:lnTo>
                <a:lnTo>
                  <a:pt x="937889" y="857422"/>
                </a:lnTo>
                <a:lnTo>
                  <a:pt x="976020" y="836643"/>
                </a:lnTo>
                <a:lnTo>
                  <a:pt x="1009837" y="808960"/>
                </a:lnTo>
                <a:lnTo>
                  <a:pt x="1038171" y="775186"/>
                </a:lnTo>
                <a:lnTo>
                  <a:pt x="1059856" y="736132"/>
                </a:lnTo>
                <a:lnTo>
                  <a:pt x="1073723" y="692611"/>
                </a:lnTo>
                <a:lnTo>
                  <a:pt x="1078605" y="645435"/>
                </a:lnTo>
                <a:lnTo>
                  <a:pt x="1074221" y="597136"/>
                </a:lnTo>
                <a:lnTo>
                  <a:pt x="1061728" y="553776"/>
                </a:lnTo>
                <a:lnTo>
                  <a:pt x="1042113" y="515613"/>
                </a:lnTo>
                <a:lnTo>
                  <a:pt x="1016364" y="482907"/>
                </a:lnTo>
                <a:lnTo>
                  <a:pt x="985469" y="455920"/>
                </a:lnTo>
                <a:lnTo>
                  <a:pt x="950416" y="434911"/>
                </a:lnTo>
                <a:lnTo>
                  <a:pt x="912192" y="420139"/>
                </a:lnTo>
                <a:lnTo>
                  <a:pt x="788373" y="415851"/>
                </a:lnTo>
                <a:lnTo>
                  <a:pt x="790782" y="383862"/>
                </a:lnTo>
                <a:lnTo>
                  <a:pt x="810870" y="314477"/>
                </a:lnTo>
                <a:lnTo>
                  <a:pt x="829096" y="278563"/>
                </a:lnTo>
                <a:lnTo>
                  <a:pt x="853141" y="242826"/>
                </a:lnTo>
                <a:lnTo>
                  <a:pt x="883279" y="208006"/>
                </a:lnTo>
                <a:lnTo>
                  <a:pt x="919782" y="174845"/>
                </a:lnTo>
                <a:lnTo>
                  <a:pt x="962924" y="144087"/>
                </a:lnTo>
                <a:lnTo>
                  <a:pt x="1012979" y="116472"/>
                </a:lnTo>
                <a:lnTo>
                  <a:pt x="1070219" y="92743"/>
                </a:lnTo>
                <a:lnTo>
                  <a:pt x="1134918" y="73641"/>
                </a:lnTo>
                <a:lnTo>
                  <a:pt x="1117589" y="0"/>
                </a:lnTo>
                <a:close/>
              </a:path>
              <a:path w="1135379" h="875030">
                <a:moveTo>
                  <a:pt x="830183" y="410349"/>
                </a:moveTo>
                <a:lnTo>
                  <a:pt x="788373" y="415851"/>
                </a:lnTo>
                <a:lnTo>
                  <a:pt x="891249" y="415851"/>
                </a:lnTo>
                <a:lnTo>
                  <a:pt x="871785" y="411865"/>
                </a:lnTo>
                <a:lnTo>
                  <a:pt x="830183" y="410349"/>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14" name="object 6">
            <a:extLst>
              <a:ext uri="{FF2B5EF4-FFF2-40B4-BE49-F238E27FC236}">
                <a16:creationId xmlns:a16="http://schemas.microsoft.com/office/drawing/2014/main" id="{BCDAC6FA-E21F-4684-92B1-1285AC3FB563}"/>
              </a:ext>
            </a:extLst>
          </p:cNvPr>
          <p:cNvSpPr/>
          <p:nvPr/>
        </p:nvSpPr>
        <p:spPr>
          <a:xfrm>
            <a:off x="4097866" y="5841801"/>
            <a:ext cx="688544" cy="530619"/>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15" name="object 5">
            <a:extLst>
              <a:ext uri="{FF2B5EF4-FFF2-40B4-BE49-F238E27FC236}">
                <a16:creationId xmlns:a16="http://schemas.microsoft.com/office/drawing/2014/main" id="{5A62EA47-4DEF-479A-A3A8-169D9E51A5D5}"/>
              </a:ext>
            </a:extLst>
          </p:cNvPr>
          <p:cNvSpPr/>
          <p:nvPr userDrawn="1"/>
        </p:nvSpPr>
        <p:spPr>
          <a:xfrm>
            <a:off x="4097866" y="353034"/>
            <a:ext cx="688544" cy="530619"/>
          </a:xfrm>
          <a:custGeom>
            <a:avLst/>
            <a:gdLst/>
            <a:ahLst/>
            <a:cxnLst/>
            <a:rect l="l" t="t" r="r" b="b"/>
            <a:pathLst>
              <a:path w="1135379" h="875030">
                <a:moveTo>
                  <a:pt x="524141" y="0"/>
                </a:moveTo>
                <a:lnTo>
                  <a:pt x="472457" y="9795"/>
                </a:lnTo>
                <a:lnTo>
                  <a:pt x="422881" y="23169"/>
                </a:lnTo>
                <a:lnTo>
                  <a:pt x="375516" y="39929"/>
                </a:lnTo>
                <a:lnTo>
                  <a:pt x="330465" y="59885"/>
                </a:lnTo>
                <a:lnTo>
                  <a:pt x="287828" y="82844"/>
                </a:lnTo>
                <a:lnTo>
                  <a:pt x="247710" y="108616"/>
                </a:lnTo>
                <a:lnTo>
                  <a:pt x="210212" y="137008"/>
                </a:lnTo>
                <a:lnTo>
                  <a:pt x="175437" y="167828"/>
                </a:lnTo>
                <a:lnTo>
                  <a:pt x="143487" y="200886"/>
                </a:lnTo>
                <a:lnTo>
                  <a:pt x="114466" y="235989"/>
                </a:lnTo>
                <a:lnTo>
                  <a:pt x="88475" y="272946"/>
                </a:lnTo>
                <a:lnTo>
                  <a:pt x="65617" y="311566"/>
                </a:lnTo>
                <a:lnTo>
                  <a:pt x="45994" y="351656"/>
                </a:lnTo>
                <a:lnTo>
                  <a:pt x="29709" y="393025"/>
                </a:lnTo>
                <a:lnTo>
                  <a:pt x="16865" y="435481"/>
                </a:lnTo>
                <a:lnTo>
                  <a:pt x="7564" y="478833"/>
                </a:lnTo>
                <a:lnTo>
                  <a:pt x="1908" y="522890"/>
                </a:lnTo>
                <a:lnTo>
                  <a:pt x="0" y="567459"/>
                </a:lnTo>
                <a:lnTo>
                  <a:pt x="3300" y="626598"/>
                </a:lnTo>
                <a:lnTo>
                  <a:pt x="12891" y="679290"/>
                </a:lnTo>
                <a:lnTo>
                  <a:pt x="28303" y="725589"/>
                </a:lnTo>
                <a:lnTo>
                  <a:pt x="49069" y="765546"/>
                </a:lnTo>
                <a:lnTo>
                  <a:pt x="74721" y="799213"/>
                </a:lnTo>
                <a:lnTo>
                  <a:pt x="104791" y="826642"/>
                </a:lnTo>
                <a:lnTo>
                  <a:pt x="138812" y="847886"/>
                </a:lnTo>
                <a:lnTo>
                  <a:pt x="176315" y="862995"/>
                </a:lnTo>
                <a:lnTo>
                  <a:pt x="216833" y="872022"/>
                </a:lnTo>
                <a:lnTo>
                  <a:pt x="259897" y="875020"/>
                </a:lnTo>
                <a:lnTo>
                  <a:pt x="303157" y="870485"/>
                </a:lnTo>
                <a:lnTo>
                  <a:pt x="344437" y="857422"/>
                </a:lnTo>
                <a:lnTo>
                  <a:pt x="382569" y="836643"/>
                </a:lnTo>
                <a:lnTo>
                  <a:pt x="416387" y="808960"/>
                </a:lnTo>
                <a:lnTo>
                  <a:pt x="444723" y="775186"/>
                </a:lnTo>
                <a:lnTo>
                  <a:pt x="466408" y="736132"/>
                </a:lnTo>
                <a:lnTo>
                  <a:pt x="480276" y="692611"/>
                </a:lnTo>
                <a:lnTo>
                  <a:pt x="485158" y="645435"/>
                </a:lnTo>
                <a:lnTo>
                  <a:pt x="480774" y="597136"/>
                </a:lnTo>
                <a:lnTo>
                  <a:pt x="468280" y="553776"/>
                </a:lnTo>
                <a:lnTo>
                  <a:pt x="448665" y="515613"/>
                </a:lnTo>
                <a:lnTo>
                  <a:pt x="422917" y="482907"/>
                </a:lnTo>
                <a:lnTo>
                  <a:pt x="392022" y="455920"/>
                </a:lnTo>
                <a:lnTo>
                  <a:pt x="356968" y="434911"/>
                </a:lnTo>
                <a:lnTo>
                  <a:pt x="318744" y="420139"/>
                </a:lnTo>
                <a:lnTo>
                  <a:pt x="194926" y="415851"/>
                </a:lnTo>
                <a:lnTo>
                  <a:pt x="197334" y="383862"/>
                </a:lnTo>
                <a:lnTo>
                  <a:pt x="217420" y="314477"/>
                </a:lnTo>
                <a:lnTo>
                  <a:pt x="235645" y="278563"/>
                </a:lnTo>
                <a:lnTo>
                  <a:pt x="259690" y="242826"/>
                </a:lnTo>
                <a:lnTo>
                  <a:pt x="289826" y="208006"/>
                </a:lnTo>
                <a:lnTo>
                  <a:pt x="326329" y="174845"/>
                </a:lnTo>
                <a:lnTo>
                  <a:pt x="369472" y="144087"/>
                </a:lnTo>
                <a:lnTo>
                  <a:pt x="419527" y="116472"/>
                </a:lnTo>
                <a:lnTo>
                  <a:pt x="476769" y="92743"/>
                </a:lnTo>
                <a:lnTo>
                  <a:pt x="541470" y="73641"/>
                </a:lnTo>
                <a:lnTo>
                  <a:pt x="524141" y="0"/>
                </a:lnTo>
                <a:close/>
              </a:path>
              <a:path w="1135379" h="875030">
                <a:moveTo>
                  <a:pt x="236735" y="410349"/>
                </a:moveTo>
                <a:lnTo>
                  <a:pt x="194926" y="415851"/>
                </a:lnTo>
                <a:lnTo>
                  <a:pt x="297801" y="415851"/>
                </a:lnTo>
                <a:lnTo>
                  <a:pt x="278337" y="411865"/>
                </a:lnTo>
                <a:lnTo>
                  <a:pt x="236735" y="410349"/>
                </a:lnTo>
                <a:close/>
              </a:path>
              <a:path w="1135379" h="875030">
                <a:moveTo>
                  <a:pt x="1117589" y="0"/>
                </a:moveTo>
                <a:lnTo>
                  <a:pt x="1065905" y="9795"/>
                </a:lnTo>
                <a:lnTo>
                  <a:pt x="1016329" y="23169"/>
                </a:lnTo>
                <a:lnTo>
                  <a:pt x="968964" y="39929"/>
                </a:lnTo>
                <a:lnTo>
                  <a:pt x="923912" y="59885"/>
                </a:lnTo>
                <a:lnTo>
                  <a:pt x="881276" y="82844"/>
                </a:lnTo>
                <a:lnTo>
                  <a:pt x="841158" y="108616"/>
                </a:lnTo>
                <a:lnTo>
                  <a:pt x="803660" y="137008"/>
                </a:lnTo>
                <a:lnTo>
                  <a:pt x="768885" y="167828"/>
                </a:lnTo>
                <a:lnTo>
                  <a:pt x="736935" y="200886"/>
                </a:lnTo>
                <a:lnTo>
                  <a:pt x="707914" y="235989"/>
                </a:lnTo>
                <a:lnTo>
                  <a:pt x="681923" y="272946"/>
                </a:lnTo>
                <a:lnTo>
                  <a:pt x="659065" y="311566"/>
                </a:lnTo>
                <a:lnTo>
                  <a:pt x="639442" y="351656"/>
                </a:lnTo>
                <a:lnTo>
                  <a:pt x="623157" y="393025"/>
                </a:lnTo>
                <a:lnTo>
                  <a:pt x="610313" y="435481"/>
                </a:lnTo>
                <a:lnTo>
                  <a:pt x="601012" y="478833"/>
                </a:lnTo>
                <a:lnTo>
                  <a:pt x="595356" y="522890"/>
                </a:lnTo>
                <a:lnTo>
                  <a:pt x="593447" y="567459"/>
                </a:lnTo>
                <a:lnTo>
                  <a:pt x="596748" y="626598"/>
                </a:lnTo>
                <a:lnTo>
                  <a:pt x="606339" y="679290"/>
                </a:lnTo>
                <a:lnTo>
                  <a:pt x="621751" y="725589"/>
                </a:lnTo>
                <a:lnTo>
                  <a:pt x="642517" y="765546"/>
                </a:lnTo>
                <a:lnTo>
                  <a:pt x="668170" y="799213"/>
                </a:lnTo>
                <a:lnTo>
                  <a:pt x="698242" y="826642"/>
                </a:lnTo>
                <a:lnTo>
                  <a:pt x="732264" y="847886"/>
                </a:lnTo>
                <a:lnTo>
                  <a:pt x="769768" y="862995"/>
                </a:lnTo>
                <a:lnTo>
                  <a:pt x="810288" y="872022"/>
                </a:lnTo>
                <a:lnTo>
                  <a:pt x="853356" y="875020"/>
                </a:lnTo>
                <a:lnTo>
                  <a:pt x="896612" y="870485"/>
                </a:lnTo>
                <a:lnTo>
                  <a:pt x="937889" y="857422"/>
                </a:lnTo>
                <a:lnTo>
                  <a:pt x="976020" y="836643"/>
                </a:lnTo>
                <a:lnTo>
                  <a:pt x="1009837" y="808960"/>
                </a:lnTo>
                <a:lnTo>
                  <a:pt x="1038171" y="775186"/>
                </a:lnTo>
                <a:lnTo>
                  <a:pt x="1059856" y="736132"/>
                </a:lnTo>
                <a:lnTo>
                  <a:pt x="1073723" y="692611"/>
                </a:lnTo>
                <a:lnTo>
                  <a:pt x="1078605" y="645435"/>
                </a:lnTo>
                <a:lnTo>
                  <a:pt x="1074221" y="597136"/>
                </a:lnTo>
                <a:lnTo>
                  <a:pt x="1061728" y="553776"/>
                </a:lnTo>
                <a:lnTo>
                  <a:pt x="1042113" y="515613"/>
                </a:lnTo>
                <a:lnTo>
                  <a:pt x="1016364" y="482907"/>
                </a:lnTo>
                <a:lnTo>
                  <a:pt x="985469" y="455920"/>
                </a:lnTo>
                <a:lnTo>
                  <a:pt x="950416" y="434911"/>
                </a:lnTo>
                <a:lnTo>
                  <a:pt x="912192" y="420139"/>
                </a:lnTo>
                <a:lnTo>
                  <a:pt x="788373" y="415851"/>
                </a:lnTo>
                <a:lnTo>
                  <a:pt x="790782" y="383862"/>
                </a:lnTo>
                <a:lnTo>
                  <a:pt x="810870" y="314477"/>
                </a:lnTo>
                <a:lnTo>
                  <a:pt x="829096" y="278563"/>
                </a:lnTo>
                <a:lnTo>
                  <a:pt x="853141" y="242826"/>
                </a:lnTo>
                <a:lnTo>
                  <a:pt x="883279" y="208006"/>
                </a:lnTo>
                <a:lnTo>
                  <a:pt x="919782" y="174845"/>
                </a:lnTo>
                <a:lnTo>
                  <a:pt x="962924" y="144087"/>
                </a:lnTo>
                <a:lnTo>
                  <a:pt x="1012979" y="116472"/>
                </a:lnTo>
                <a:lnTo>
                  <a:pt x="1070219" y="92743"/>
                </a:lnTo>
                <a:lnTo>
                  <a:pt x="1134918" y="73641"/>
                </a:lnTo>
                <a:lnTo>
                  <a:pt x="1117589" y="0"/>
                </a:lnTo>
                <a:close/>
              </a:path>
              <a:path w="1135379" h="875030">
                <a:moveTo>
                  <a:pt x="830183" y="410349"/>
                </a:moveTo>
                <a:lnTo>
                  <a:pt x="788373" y="415851"/>
                </a:lnTo>
                <a:lnTo>
                  <a:pt x="891249" y="415851"/>
                </a:lnTo>
                <a:lnTo>
                  <a:pt x="871785" y="411865"/>
                </a:lnTo>
                <a:lnTo>
                  <a:pt x="830183" y="410349"/>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16" name="object 6">
            <a:extLst>
              <a:ext uri="{FF2B5EF4-FFF2-40B4-BE49-F238E27FC236}">
                <a16:creationId xmlns:a16="http://schemas.microsoft.com/office/drawing/2014/main" id="{2EE4021F-121A-42F5-828C-465C31C24F69}"/>
              </a:ext>
            </a:extLst>
          </p:cNvPr>
          <p:cNvSpPr/>
          <p:nvPr userDrawn="1"/>
        </p:nvSpPr>
        <p:spPr>
          <a:xfrm>
            <a:off x="4097866" y="5841801"/>
            <a:ext cx="688544" cy="530619"/>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0D2"/>
          </a:solidFill>
        </p:spPr>
        <p:txBody>
          <a:bodyPr wrap="square" lIns="0" tIns="0" rIns="0" bIns="0" rtlCol="0"/>
          <a:lstStyle/>
          <a:p>
            <a:endParaRPr sz="1092" b="0" i="0">
              <a:solidFill>
                <a:srgbClr val="CAD0D2"/>
              </a:solidFill>
              <a:latin typeface="Calibre" panose="020B0503030202060203" pitchFamily="34" charset="77"/>
            </a:endParaRPr>
          </a:p>
        </p:txBody>
      </p:sp>
      <p:sp>
        <p:nvSpPr>
          <p:cNvPr id="17" name="TextBox 16">
            <a:extLst>
              <a:ext uri="{FF2B5EF4-FFF2-40B4-BE49-F238E27FC236}">
                <a16:creationId xmlns:a16="http://schemas.microsoft.com/office/drawing/2014/main" id="{A6AD595E-9438-4AA7-AE3E-7A280FAB7713}"/>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8" name="TextBox 17">
            <a:extLst>
              <a:ext uri="{FF2B5EF4-FFF2-40B4-BE49-F238E27FC236}">
                <a16:creationId xmlns:a16="http://schemas.microsoft.com/office/drawing/2014/main" id="{176FE298-427E-4552-BF1F-AEEAA2F48BA5}"/>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284032776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ext Quote 3">
    <p:bg>
      <p:bgPr>
        <a:solidFill>
          <a:schemeClr val="tx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1536700" y="3092809"/>
            <a:ext cx="9118600" cy="637097"/>
          </a:xfrm>
          <a:prstGeom prst="rect">
            <a:avLst/>
          </a:prstGeom>
        </p:spPr>
        <p:txBody>
          <a:bodyPr wrap="square" lIns="0" tIns="0" rIns="0" bIns="0" anchor="b">
            <a:spAutoFit/>
          </a:bodyPr>
          <a:lstStyle>
            <a:lvl1pPr algn="ctr">
              <a:lnSpc>
                <a:spcPct val="90000"/>
              </a:lnSpc>
              <a:defRPr sz="4600" b="0" i="0">
                <a:solidFill>
                  <a:srgbClr val="CAD1D2"/>
                </a:solidFill>
                <a:latin typeface="Financier Display"/>
                <a:cs typeface="Financier Display"/>
              </a:defRPr>
            </a:lvl1pPr>
          </a:lstStyle>
          <a:p>
            <a:r>
              <a:rPr lang="en-US"/>
              <a:t>Click to edit Master title style</a:t>
            </a:r>
            <a:endParaRPr/>
          </a:p>
        </p:txBody>
      </p:sp>
      <p:sp>
        <p:nvSpPr>
          <p:cNvPr id="10" name="object 4">
            <a:extLst>
              <a:ext uri="{FF2B5EF4-FFF2-40B4-BE49-F238E27FC236}">
                <a16:creationId xmlns:a16="http://schemas.microsoft.com/office/drawing/2014/main" id="{65E0CC9D-7F14-9E4A-BD76-8D1481C1CCD9}"/>
              </a:ext>
            </a:extLst>
          </p:cNvPr>
          <p:cNvSpPr/>
          <p:nvPr/>
        </p:nvSpPr>
        <p:spPr>
          <a:xfrm>
            <a:off x="578066" y="2227263"/>
            <a:ext cx="688544" cy="530619"/>
          </a:xfrm>
          <a:custGeom>
            <a:avLst/>
            <a:gdLst/>
            <a:ahLst/>
            <a:cxnLst/>
            <a:rect l="l" t="t" r="r" b="b"/>
            <a:pathLst>
              <a:path w="1135380" h="875029">
                <a:moveTo>
                  <a:pt x="524141" y="0"/>
                </a:moveTo>
                <a:lnTo>
                  <a:pt x="472457" y="9795"/>
                </a:lnTo>
                <a:lnTo>
                  <a:pt x="422881" y="23169"/>
                </a:lnTo>
                <a:lnTo>
                  <a:pt x="375516" y="39929"/>
                </a:lnTo>
                <a:lnTo>
                  <a:pt x="330465" y="59885"/>
                </a:lnTo>
                <a:lnTo>
                  <a:pt x="287828" y="82844"/>
                </a:lnTo>
                <a:lnTo>
                  <a:pt x="247710" y="108616"/>
                </a:lnTo>
                <a:lnTo>
                  <a:pt x="210212" y="137008"/>
                </a:lnTo>
                <a:lnTo>
                  <a:pt x="175437" y="167828"/>
                </a:lnTo>
                <a:lnTo>
                  <a:pt x="143487" y="200886"/>
                </a:lnTo>
                <a:lnTo>
                  <a:pt x="114466" y="235989"/>
                </a:lnTo>
                <a:lnTo>
                  <a:pt x="88475" y="272946"/>
                </a:lnTo>
                <a:lnTo>
                  <a:pt x="65617" y="311566"/>
                </a:lnTo>
                <a:lnTo>
                  <a:pt x="45994" y="351656"/>
                </a:lnTo>
                <a:lnTo>
                  <a:pt x="29709" y="393025"/>
                </a:lnTo>
                <a:lnTo>
                  <a:pt x="16865" y="435481"/>
                </a:lnTo>
                <a:lnTo>
                  <a:pt x="7564" y="478833"/>
                </a:lnTo>
                <a:lnTo>
                  <a:pt x="1908" y="522890"/>
                </a:lnTo>
                <a:lnTo>
                  <a:pt x="0" y="567459"/>
                </a:lnTo>
                <a:lnTo>
                  <a:pt x="3300" y="626598"/>
                </a:lnTo>
                <a:lnTo>
                  <a:pt x="12891" y="679290"/>
                </a:lnTo>
                <a:lnTo>
                  <a:pt x="28303" y="725589"/>
                </a:lnTo>
                <a:lnTo>
                  <a:pt x="49069" y="765546"/>
                </a:lnTo>
                <a:lnTo>
                  <a:pt x="74721" y="799213"/>
                </a:lnTo>
                <a:lnTo>
                  <a:pt x="104791" y="826642"/>
                </a:lnTo>
                <a:lnTo>
                  <a:pt x="138812" y="847886"/>
                </a:lnTo>
                <a:lnTo>
                  <a:pt x="176315" y="862995"/>
                </a:lnTo>
                <a:lnTo>
                  <a:pt x="216833" y="872022"/>
                </a:lnTo>
                <a:lnTo>
                  <a:pt x="259897" y="875020"/>
                </a:lnTo>
                <a:lnTo>
                  <a:pt x="303157" y="870485"/>
                </a:lnTo>
                <a:lnTo>
                  <a:pt x="344437" y="857422"/>
                </a:lnTo>
                <a:lnTo>
                  <a:pt x="382569" y="836643"/>
                </a:lnTo>
                <a:lnTo>
                  <a:pt x="416387" y="808960"/>
                </a:lnTo>
                <a:lnTo>
                  <a:pt x="444723" y="775186"/>
                </a:lnTo>
                <a:lnTo>
                  <a:pt x="466408" y="736132"/>
                </a:lnTo>
                <a:lnTo>
                  <a:pt x="480276" y="692611"/>
                </a:lnTo>
                <a:lnTo>
                  <a:pt x="485158" y="645435"/>
                </a:lnTo>
                <a:lnTo>
                  <a:pt x="480774" y="597136"/>
                </a:lnTo>
                <a:lnTo>
                  <a:pt x="468280" y="553776"/>
                </a:lnTo>
                <a:lnTo>
                  <a:pt x="448665" y="515613"/>
                </a:lnTo>
                <a:lnTo>
                  <a:pt x="422917" y="482907"/>
                </a:lnTo>
                <a:lnTo>
                  <a:pt x="392022" y="455920"/>
                </a:lnTo>
                <a:lnTo>
                  <a:pt x="356968" y="434911"/>
                </a:lnTo>
                <a:lnTo>
                  <a:pt x="318744" y="420139"/>
                </a:lnTo>
                <a:lnTo>
                  <a:pt x="194926" y="415851"/>
                </a:lnTo>
                <a:lnTo>
                  <a:pt x="197334" y="383862"/>
                </a:lnTo>
                <a:lnTo>
                  <a:pt x="217420" y="314477"/>
                </a:lnTo>
                <a:lnTo>
                  <a:pt x="235645" y="278563"/>
                </a:lnTo>
                <a:lnTo>
                  <a:pt x="259690" y="242826"/>
                </a:lnTo>
                <a:lnTo>
                  <a:pt x="289826" y="208006"/>
                </a:lnTo>
                <a:lnTo>
                  <a:pt x="326329" y="174845"/>
                </a:lnTo>
                <a:lnTo>
                  <a:pt x="369472" y="144087"/>
                </a:lnTo>
                <a:lnTo>
                  <a:pt x="419527" y="116472"/>
                </a:lnTo>
                <a:lnTo>
                  <a:pt x="476769" y="92743"/>
                </a:lnTo>
                <a:lnTo>
                  <a:pt x="541470" y="73641"/>
                </a:lnTo>
                <a:lnTo>
                  <a:pt x="524141" y="0"/>
                </a:lnTo>
                <a:close/>
              </a:path>
              <a:path w="1135380" h="875029">
                <a:moveTo>
                  <a:pt x="236735" y="410349"/>
                </a:moveTo>
                <a:lnTo>
                  <a:pt x="194926" y="415851"/>
                </a:lnTo>
                <a:lnTo>
                  <a:pt x="297801" y="415851"/>
                </a:lnTo>
                <a:lnTo>
                  <a:pt x="278337" y="411865"/>
                </a:lnTo>
                <a:lnTo>
                  <a:pt x="236735" y="410349"/>
                </a:lnTo>
                <a:close/>
              </a:path>
              <a:path w="1135380" h="875029">
                <a:moveTo>
                  <a:pt x="1117589" y="0"/>
                </a:moveTo>
                <a:lnTo>
                  <a:pt x="1065905" y="9795"/>
                </a:lnTo>
                <a:lnTo>
                  <a:pt x="1016329" y="23169"/>
                </a:lnTo>
                <a:lnTo>
                  <a:pt x="968964" y="39929"/>
                </a:lnTo>
                <a:lnTo>
                  <a:pt x="923912" y="59885"/>
                </a:lnTo>
                <a:lnTo>
                  <a:pt x="881276" y="82844"/>
                </a:lnTo>
                <a:lnTo>
                  <a:pt x="841158" y="108616"/>
                </a:lnTo>
                <a:lnTo>
                  <a:pt x="803660" y="137008"/>
                </a:lnTo>
                <a:lnTo>
                  <a:pt x="768885" y="167828"/>
                </a:lnTo>
                <a:lnTo>
                  <a:pt x="736935" y="200886"/>
                </a:lnTo>
                <a:lnTo>
                  <a:pt x="707914" y="235989"/>
                </a:lnTo>
                <a:lnTo>
                  <a:pt x="681923" y="272946"/>
                </a:lnTo>
                <a:lnTo>
                  <a:pt x="659065" y="311566"/>
                </a:lnTo>
                <a:lnTo>
                  <a:pt x="639442" y="351656"/>
                </a:lnTo>
                <a:lnTo>
                  <a:pt x="623157" y="393025"/>
                </a:lnTo>
                <a:lnTo>
                  <a:pt x="610313" y="435481"/>
                </a:lnTo>
                <a:lnTo>
                  <a:pt x="601012" y="478833"/>
                </a:lnTo>
                <a:lnTo>
                  <a:pt x="595356" y="522890"/>
                </a:lnTo>
                <a:lnTo>
                  <a:pt x="593447" y="567459"/>
                </a:lnTo>
                <a:lnTo>
                  <a:pt x="596748" y="626598"/>
                </a:lnTo>
                <a:lnTo>
                  <a:pt x="606339" y="679290"/>
                </a:lnTo>
                <a:lnTo>
                  <a:pt x="621751" y="725589"/>
                </a:lnTo>
                <a:lnTo>
                  <a:pt x="642517" y="765546"/>
                </a:lnTo>
                <a:lnTo>
                  <a:pt x="668170" y="799213"/>
                </a:lnTo>
                <a:lnTo>
                  <a:pt x="698242" y="826642"/>
                </a:lnTo>
                <a:lnTo>
                  <a:pt x="732264" y="847886"/>
                </a:lnTo>
                <a:lnTo>
                  <a:pt x="769768" y="862995"/>
                </a:lnTo>
                <a:lnTo>
                  <a:pt x="810288" y="872022"/>
                </a:lnTo>
                <a:lnTo>
                  <a:pt x="853356" y="875020"/>
                </a:lnTo>
                <a:lnTo>
                  <a:pt x="896612" y="870485"/>
                </a:lnTo>
                <a:lnTo>
                  <a:pt x="937889" y="857422"/>
                </a:lnTo>
                <a:lnTo>
                  <a:pt x="976020" y="836643"/>
                </a:lnTo>
                <a:lnTo>
                  <a:pt x="1009837" y="808960"/>
                </a:lnTo>
                <a:lnTo>
                  <a:pt x="1038171" y="775186"/>
                </a:lnTo>
                <a:lnTo>
                  <a:pt x="1059856" y="736132"/>
                </a:lnTo>
                <a:lnTo>
                  <a:pt x="1073723" y="692611"/>
                </a:lnTo>
                <a:lnTo>
                  <a:pt x="1078605" y="645435"/>
                </a:lnTo>
                <a:lnTo>
                  <a:pt x="1074221" y="597136"/>
                </a:lnTo>
                <a:lnTo>
                  <a:pt x="1061728" y="553776"/>
                </a:lnTo>
                <a:lnTo>
                  <a:pt x="1042113" y="515613"/>
                </a:lnTo>
                <a:lnTo>
                  <a:pt x="1016364" y="482907"/>
                </a:lnTo>
                <a:lnTo>
                  <a:pt x="985469" y="455920"/>
                </a:lnTo>
                <a:lnTo>
                  <a:pt x="950416" y="434911"/>
                </a:lnTo>
                <a:lnTo>
                  <a:pt x="912192" y="420139"/>
                </a:lnTo>
                <a:lnTo>
                  <a:pt x="788373" y="415851"/>
                </a:lnTo>
                <a:lnTo>
                  <a:pt x="790782" y="383862"/>
                </a:lnTo>
                <a:lnTo>
                  <a:pt x="810870" y="314477"/>
                </a:lnTo>
                <a:lnTo>
                  <a:pt x="829096" y="278563"/>
                </a:lnTo>
                <a:lnTo>
                  <a:pt x="853141" y="242826"/>
                </a:lnTo>
                <a:lnTo>
                  <a:pt x="883279" y="208006"/>
                </a:lnTo>
                <a:lnTo>
                  <a:pt x="919782" y="174845"/>
                </a:lnTo>
                <a:lnTo>
                  <a:pt x="962924" y="144087"/>
                </a:lnTo>
                <a:lnTo>
                  <a:pt x="1012979" y="116472"/>
                </a:lnTo>
                <a:lnTo>
                  <a:pt x="1070219" y="92743"/>
                </a:lnTo>
                <a:lnTo>
                  <a:pt x="1134918" y="73641"/>
                </a:lnTo>
                <a:lnTo>
                  <a:pt x="1117589" y="0"/>
                </a:lnTo>
                <a:close/>
              </a:path>
              <a:path w="1135380" h="875029">
                <a:moveTo>
                  <a:pt x="830183" y="410349"/>
                </a:moveTo>
                <a:lnTo>
                  <a:pt x="788373" y="415851"/>
                </a:lnTo>
                <a:lnTo>
                  <a:pt x="891249" y="415851"/>
                </a:lnTo>
                <a:lnTo>
                  <a:pt x="871785" y="411865"/>
                </a:lnTo>
                <a:lnTo>
                  <a:pt x="830183" y="410349"/>
                </a:lnTo>
                <a:close/>
              </a:path>
            </a:pathLst>
          </a:custGeom>
          <a:solidFill>
            <a:srgbClr val="CAD1D2"/>
          </a:solidFill>
        </p:spPr>
        <p:txBody>
          <a:bodyPr wrap="square" lIns="0" tIns="0" rIns="0" bIns="0" rtlCol="0"/>
          <a:lstStyle/>
          <a:p>
            <a:endParaRPr sz="1092" b="0" i="0">
              <a:solidFill>
                <a:schemeClr val="accent2"/>
              </a:solidFill>
              <a:latin typeface="Calibre" panose="020B0503030202060203" pitchFamily="34" charset="77"/>
            </a:endParaRPr>
          </a:p>
        </p:txBody>
      </p:sp>
      <p:sp>
        <p:nvSpPr>
          <p:cNvPr id="11" name="object 5">
            <a:extLst>
              <a:ext uri="{FF2B5EF4-FFF2-40B4-BE49-F238E27FC236}">
                <a16:creationId xmlns:a16="http://schemas.microsoft.com/office/drawing/2014/main" id="{8F46F821-51DC-404C-946F-4B8FD6448458}"/>
              </a:ext>
            </a:extLst>
          </p:cNvPr>
          <p:cNvSpPr/>
          <p:nvPr/>
        </p:nvSpPr>
        <p:spPr>
          <a:xfrm>
            <a:off x="11004337" y="4088580"/>
            <a:ext cx="688544" cy="530619"/>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1D2"/>
          </a:solidFill>
        </p:spPr>
        <p:txBody>
          <a:bodyPr wrap="square" lIns="0" tIns="0" rIns="0" bIns="0" rtlCol="0"/>
          <a:lstStyle/>
          <a:p>
            <a:endParaRPr sz="1092" b="0" i="0">
              <a:solidFill>
                <a:schemeClr val="accent2"/>
              </a:solidFill>
              <a:latin typeface="Calibre" panose="020B0503030202060203" pitchFamily="34" charset="77"/>
            </a:endParaRPr>
          </a:p>
        </p:txBody>
      </p:sp>
      <p:sp>
        <p:nvSpPr>
          <p:cNvPr id="16" name="Text Placeholder 10">
            <a:extLst>
              <a:ext uri="{FF2B5EF4-FFF2-40B4-BE49-F238E27FC236}">
                <a16:creationId xmlns:a16="http://schemas.microsoft.com/office/drawing/2014/main" id="{5750BA3A-52DC-41A4-A658-8078E25D0140}"/>
              </a:ext>
            </a:extLst>
          </p:cNvPr>
          <p:cNvSpPr>
            <a:spLocks noGrp="1"/>
          </p:cNvSpPr>
          <p:nvPr>
            <p:ph type="body" sz="quarter" idx="46" hasCustomPrompt="1"/>
          </p:nvPr>
        </p:nvSpPr>
        <p:spPr>
          <a:xfrm>
            <a:off x="8707438" y="4102100"/>
            <a:ext cx="1946276" cy="1590928"/>
          </a:xfrm>
          <a:prstGeom prst="rect">
            <a:avLst/>
          </a:prstGeom>
        </p:spPr>
        <p:txBody>
          <a:bodyPr anchor="t"/>
          <a:lstStyle>
            <a:lvl1pPr marL="7701" algn="r" defTabSz="554492" rtl="0" eaLnBrk="1" latinLnBrk="0" hangingPunct="1">
              <a:lnSpc>
                <a:spcPct val="90000"/>
              </a:lnSpc>
              <a:spcBef>
                <a:spcPts val="0"/>
              </a:spcBef>
              <a:spcAft>
                <a:spcPts val="0"/>
              </a:spcAft>
              <a:defRPr lang="en-US" sz="1700" b="0" i="0" kern="0" dirty="0">
                <a:solidFill>
                  <a:srgbClr val="CAD1D2"/>
                </a:solidFill>
                <a:latin typeface="Calibre-Semibold"/>
                <a:ea typeface="+mj-ea"/>
                <a:cs typeface="Calibre-Semibold"/>
              </a:defRPr>
            </a:lvl1pPr>
            <a:lvl2pPr algn="r">
              <a:lnSpc>
                <a:spcPct val="90000"/>
              </a:lnSpc>
              <a:spcAft>
                <a:spcPts val="0"/>
              </a:spcAft>
              <a:defRPr sz="1700">
                <a:solidFill>
                  <a:srgbClr val="CAD0D2"/>
                </a:solidFill>
                <a:latin typeface="+mn-lt"/>
              </a:defRPr>
            </a:lvl2pPr>
          </a:lstStyle>
          <a:p>
            <a:pPr lvl="0"/>
            <a:r>
              <a:rPr lang="en-US"/>
              <a:t>Name</a:t>
            </a:r>
          </a:p>
          <a:p>
            <a:pPr lvl="1"/>
            <a:r>
              <a:rPr lang="en-US"/>
              <a:t>Title</a:t>
            </a:r>
          </a:p>
        </p:txBody>
      </p:sp>
      <p:sp>
        <p:nvSpPr>
          <p:cNvPr id="8" name="object 4">
            <a:extLst>
              <a:ext uri="{FF2B5EF4-FFF2-40B4-BE49-F238E27FC236}">
                <a16:creationId xmlns:a16="http://schemas.microsoft.com/office/drawing/2014/main" id="{99E7A5E3-2446-4B21-B23C-F51990207423}"/>
              </a:ext>
            </a:extLst>
          </p:cNvPr>
          <p:cNvSpPr/>
          <p:nvPr/>
        </p:nvSpPr>
        <p:spPr>
          <a:xfrm>
            <a:off x="578066" y="2227263"/>
            <a:ext cx="688544" cy="530619"/>
          </a:xfrm>
          <a:custGeom>
            <a:avLst/>
            <a:gdLst/>
            <a:ahLst/>
            <a:cxnLst/>
            <a:rect l="l" t="t" r="r" b="b"/>
            <a:pathLst>
              <a:path w="1135380" h="875029">
                <a:moveTo>
                  <a:pt x="524141" y="0"/>
                </a:moveTo>
                <a:lnTo>
                  <a:pt x="472457" y="9795"/>
                </a:lnTo>
                <a:lnTo>
                  <a:pt x="422881" y="23169"/>
                </a:lnTo>
                <a:lnTo>
                  <a:pt x="375516" y="39929"/>
                </a:lnTo>
                <a:lnTo>
                  <a:pt x="330465" y="59885"/>
                </a:lnTo>
                <a:lnTo>
                  <a:pt x="287828" y="82844"/>
                </a:lnTo>
                <a:lnTo>
                  <a:pt x="247710" y="108616"/>
                </a:lnTo>
                <a:lnTo>
                  <a:pt x="210212" y="137008"/>
                </a:lnTo>
                <a:lnTo>
                  <a:pt x="175437" y="167828"/>
                </a:lnTo>
                <a:lnTo>
                  <a:pt x="143487" y="200886"/>
                </a:lnTo>
                <a:lnTo>
                  <a:pt x="114466" y="235989"/>
                </a:lnTo>
                <a:lnTo>
                  <a:pt x="88475" y="272946"/>
                </a:lnTo>
                <a:lnTo>
                  <a:pt x="65617" y="311566"/>
                </a:lnTo>
                <a:lnTo>
                  <a:pt x="45994" y="351656"/>
                </a:lnTo>
                <a:lnTo>
                  <a:pt x="29709" y="393025"/>
                </a:lnTo>
                <a:lnTo>
                  <a:pt x="16865" y="435481"/>
                </a:lnTo>
                <a:lnTo>
                  <a:pt x="7564" y="478833"/>
                </a:lnTo>
                <a:lnTo>
                  <a:pt x="1908" y="522890"/>
                </a:lnTo>
                <a:lnTo>
                  <a:pt x="0" y="567459"/>
                </a:lnTo>
                <a:lnTo>
                  <a:pt x="3300" y="626598"/>
                </a:lnTo>
                <a:lnTo>
                  <a:pt x="12891" y="679290"/>
                </a:lnTo>
                <a:lnTo>
                  <a:pt x="28303" y="725589"/>
                </a:lnTo>
                <a:lnTo>
                  <a:pt x="49069" y="765546"/>
                </a:lnTo>
                <a:lnTo>
                  <a:pt x="74721" y="799213"/>
                </a:lnTo>
                <a:lnTo>
                  <a:pt x="104791" y="826642"/>
                </a:lnTo>
                <a:lnTo>
                  <a:pt x="138812" y="847886"/>
                </a:lnTo>
                <a:lnTo>
                  <a:pt x="176315" y="862995"/>
                </a:lnTo>
                <a:lnTo>
                  <a:pt x="216833" y="872022"/>
                </a:lnTo>
                <a:lnTo>
                  <a:pt x="259897" y="875020"/>
                </a:lnTo>
                <a:lnTo>
                  <a:pt x="303157" y="870485"/>
                </a:lnTo>
                <a:lnTo>
                  <a:pt x="344437" y="857422"/>
                </a:lnTo>
                <a:lnTo>
                  <a:pt x="382569" y="836643"/>
                </a:lnTo>
                <a:lnTo>
                  <a:pt x="416387" y="808960"/>
                </a:lnTo>
                <a:lnTo>
                  <a:pt x="444723" y="775186"/>
                </a:lnTo>
                <a:lnTo>
                  <a:pt x="466408" y="736132"/>
                </a:lnTo>
                <a:lnTo>
                  <a:pt x="480276" y="692611"/>
                </a:lnTo>
                <a:lnTo>
                  <a:pt x="485158" y="645435"/>
                </a:lnTo>
                <a:lnTo>
                  <a:pt x="480774" y="597136"/>
                </a:lnTo>
                <a:lnTo>
                  <a:pt x="468280" y="553776"/>
                </a:lnTo>
                <a:lnTo>
                  <a:pt x="448665" y="515613"/>
                </a:lnTo>
                <a:lnTo>
                  <a:pt x="422917" y="482907"/>
                </a:lnTo>
                <a:lnTo>
                  <a:pt x="392022" y="455920"/>
                </a:lnTo>
                <a:lnTo>
                  <a:pt x="356968" y="434911"/>
                </a:lnTo>
                <a:lnTo>
                  <a:pt x="318744" y="420139"/>
                </a:lnTo>
                <a:lnTo>
                  <a:pt x="194926" y="415851"/>
                </a:lnTo>
                <a:lnTo>
                  <a:pt x="197334" y="383862"/>
                </a:lnTo>
                <a:lnTo>
                  <a:pt x="217420" y="314477"/>
                </a:lnTo>
                <a:lnTo>
                  <a:pt x="235645" y="278563"/>
                </a:lnTo>
                <a:lnTo>
                  <a:pt x="259690" y="242826"/>
                </a:lnTo>
                <a:lnTo>
                  <a:pt x="289826" y="208006"/>
                </a:lnTo>
                <a:lnTo>
                  <a:pt x="326329" y="174845"/>
                </a:lnTo>
                <a:lnTo>
                  <a:pt x="369472" y="144087"/>
                </a:lnTo>
                <a:lnTo>
                  <a:pt x="419527" y="116472"/>
                </a:lnTo>
                <a:lnTo>
                  <a:pt x="476769" y="92743"/>
                </a:lnTo>
                <a:lnTo>
                  <a:pt x="541470" y="73641"/>
                </a:lnTo>
                <a:lnTo>
                  <a:pt x="524141" y="0"/>
                </a:lnTo>
                <a:close/>
              </a:path>
              <a:path w="1135380" h="875029">
                <a:moveTo>
                  <a:pt x="236735" y="410349"/>
                </a:moveTo>
                <a:lnTo>
                  <a:pt x="194926" y="415851"/>
                </a:lnTo>
                <a:lnTo>
                  <a:pt x="297801" y="415851"/>
                </a:lnTo>
                <a:lnTo>
                  <a:pt x="278337" y="411865"/>
                </a:lnTo>
                <a:lnTo>
                  <a:pt x="236735" y="410349"/>
                </a:lnTo>
                <a:close/>
              </a:path>
              <a:path w="1135380" h="875029">
                <a:moveTo>
                  <a:pt x="1117589" y="0"/>
                </a:moveTo>
                <a:lnTo>
                  <a:pt x="1065905" y="9795"/>
                </a:lnTo>
                <a:lnTo>
                  <a:pt x="1016329" y="23169"/>
                </a:lnTo>
                <a:lnTo>
                  <a:pt x="968964" y="39929"/>
                </a:lnTo>
                <a:lnTo>
                  <a:pt x="923912" y="59885"/>
                </a:lnTo>
                <a:lnTo>
                  <a:pt x="881276" y="82844"/>
                </a:lnTo>
                <a:lnTo>
                  <a:pt x="841158" y="108616"/>
                </a:lnTo>
                <a:lnTo>
                  <a:pt x="803660" y="137008"/>
                </a:lnTo>
                <a:lnTo>
                  <a:pt x="768885" y="167828"/>
                </a:lnTo>
                <a:lnTo>
                  <a:pt x="736935" y="200886"/>
                </a:lnTo>
                <a:lnTo>
                  <a:pt x="707914" y="235989"/>
                </a:lnTo>
                <a:lnTo>
                  <a:pt x="681923" y="272946"/>
                </a:lnTo>
                <a:lnTo>
                  <a:pt x="659065" y="311566"/>
                </a:lnTo>
                <a:lnTo>
                  <a:pt x="639442" y="351656"/>
                </a:lnTo>
                <a:lnTo>
                  <a:pt x="623157" y="393025"/>
                </a:lnTo>
                <a:lnTo>
                  <a:pt x="610313" y="435481"/>
                </a:lnTo>
                <a:lnTo>
                  <a:pt x="601012" y="478833"/>
                </a:lnTo>
                <a:lnTo>
                  <a:pt x="595356" y="522890"/>
                </a:lnTo>
                <a:lnTo>
                  <a:pt x="593447" y="567459"/>
                </a:lnTo>
                <a:lnTo>
                  <a:pt x="596748" y="626598"/>
                </a:lnTo>
                <a:lnTo>
                  <a:pt x="606339" y="679290"/>
                </a:lnTo>
                <a:lnTo>
                  <a:pt x="621751" y="725589"/>
                </a:lnTo>
                <a:lnTo>
                  <a:pt x="642517" y="765546"/>
                </a:lnTo>
                <a:lnTo>
                  <a:pt x="668170" y="799213"/>
                </a:lnTo>
                <a:lnTo>
                  <a:pt x="698242" y="826642"/>
                </a:lnTo>
                <a:lnTo>
                  <a:pt x="732264" y="847886"/>
                </a:lnTo>
                <a:lnTo>
                  <a:pt x="769768" y="862995"/>
                </a:lnTo>
                <a:lnTo>
                  <a:pt x="810288" y="872022"/>
                </a:lnTo>
                <a:lnTo>
                  <a:pt x="853356" y="875020"/>
                </a:lnTo>
                <a:lnTo>
                  <a:pt x="896612" y="870485"/>
                </a:lnTo>
                <a:lnTo>
                  <a:pt x="937889" y="857422"/>
                </a:lnTo>
                <a:lnTo>
                  <a:pt x="976020" y="836643"/>
                </a:lnTo>
                <a:lnTo>
                  <a:pt x="1009837" y="808960"/>
                </a:lnTo>
                <a:lnTo>
                  <a:pt x="1038171" y="775186"/>
                </a:lnTo>
                <a:lnTo>
                  <a:pt x="1059856" y="736132"/>
                </a:lnTo>
                <a:lnTo>
                  <a:pt x="1073723" y="692611"/>
                </a:lnTo>
                <a:lnTo>
                  <a:pt x="1078605" y="645435"/>
                </a:lnTo>
                <a:lnTo>
                  <a:pt x="1074221" y="597136"/>
                </a:lnTo>
                <a:lnTo>
                  <a:pt x="1061728" y="553776"/>
                </a:lnTo>
                <a:lnTo>
                  <a:pt x="1042113" y="515613"/>
                </a:lnTo>
                <a:lnTo>
                  <a:pt x="1016364" y="482907"/>
                </a:lnTo>
                <a:lnTo>
                  <a:pt x="985469" y="455920"/>
                </a:lnTo>
                <a:lnTo>
                  <a:pt x="950416" y="434911"/>
                </a:lnTo>
                <a:lnTo>
                  <a:pt x="912192" y="420139"/>
                </a:lnTo>
                <a:lnTo>
                  <a:pt x="788373" y="415851"/>
                </a:lnTo>
                <a:lnTo>
                  <a:pt x="790782" y="383862"/>
                </a:lnTo>
                <a:lnTo>
                  <a:pt x="810870" y="314477"/>
                </a:lnTo>
                <a:lnTo>
                  <a:pt x="829096" y="278563"/>
                </a:lnTo>
                <a:lnTo>
                  <a:pt x="853141" y="242826"/>
                </a:lnTo>
                <a:lnTo>
                  <a:pt x="883279" y="208006"/>
                </a:lnTo>
                <a:lnTo>
                  <a:pt x="919782" y="174845"/>
                </a:lnTo>
                <a:lnTo>
                  <a:pt x="962924" y="144087"/>
                </a:lnTo>
                <a:lnTo>
                  <a:pt x="1012979" y="116472"/>
                </a:lnTo>
                <a:lnTo>
                  <a:pt x="1070219" y="92743"/>
                </a:lnTo>
                <a:lnTo>
                  <a:pt x="1134918" y="73641"/>
                </a:lnTo>
                <a:lnTo>
                  <a:pt x="1117589" y="0"/>
                </a:lnTo>
                <a:close/>
              </a:path>
              <a:path w="1135380" h="875029">
                <a:moveTo>
                  <a:pt x="830183" y="410349"/>
                </a:moveTo>
                <a:lnTo>
                  <a:pt x="788373" y="415851"/>
                </a:lnTo>
                <a:lnTo>
                  <a:pt x="891249" y="415851"/>
                </a:lnTo>
                <a:lnTo>
                  <a:pt x="871785" y="411865"/>
                </a:lnTo>
                <a:lnTo>
                  <a:pt x="830183" y="410349"/>
                </a:lnTo>
                <a:close/>
              </a:path>
            </a:pathLst>
          </a:custGeom>
          <a:solidFill>
            <a:srgbClr val="CAD1D2"/>
          </a:solidFill>
        </p:spPr>
        <p:txBody>
          <a:bodyPr wrap="square" lIns="0" tIns="0" rIns="0" bIns="0" rtlCol="0"/>
          <a:lstStyle/>
          <a:p>
            <a:endParaRPr sz="1092" b="0" i="0">
              <a:solidFill>
                <a:schemeClr val="accent2"/>
              </a:solidFill>
              <a:latin typeface="Calibre" panose="020B0503030202060203" pitchFamily="34" charset="77"/>
            </a:endParaRPr>
          </a:p>
        </p:txBody>
      </p:sp>
      <p:sp>
        <p:nvSpPr>
          <p:cNvPr id="9" name="object 5">
            <a:extLst>
              <a:ext uri="{FF2B5EF4-FFF2-40B4-BE49-F238E27FC236}">
                <a16:creationId xmlns:a16="http://schemas.microsoft.com/office/drawing/2014/main" id="{4250FC36-C53E-4D38-8C2E-FA74439C0A00}"/>
              </a:ext>
            </a:extLst>
          </p:cNvPr>
          <p:cNvSpPr/>
          <p:nvPr/>
        </p:nvSpPr>
        <p:spPr>
          <a:xfrm>
            <a:off x="11004337" y="4088580"/>
            <a:ext cx="688544" cy="530619"/>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1D2"/>
          </a:solidFill>
        </p:spPr>
        <p:txBody>
          <a:bodyPr wrap="square" lIns="0" tIns="0" rIns="0" bIns="0" rtlCol="0"/>
          <a:lstStyle/>
          <a:p>
            <a:endParaRPr sz="1092" b="0" i="0">
              <a:solidFill>
                <a:schemeClr val="accent2"/>
              </a:solidFill>
              <a:latin typeface="Calibre" panose="020B0503030202060203" pitchFamily="34" charset="77"/>
            </a:endParaRPr>
          </a:p>
        </p:txBody>
      </p:sp>
      <p:sp>
        <p:nvSpPr>
          <p:cNvPr id="12" name="object 4">
            <a:extLst>
              <a:ext uri="{FF2B5EF4-FFF2-40B4-BE49-F238E27FC236}">
                <a16:creationId xmlns:a16="http://schemas.microsoft.com/office/drawing/2014/main" id="{30A9A5B9-89D4-4B7D-B019-691231E1EE46}"/>
              </a:ext>
            </a:extLst>
          </p:cNvPr>
          <p:cNvSpPr/>
          <p:nvPr userDrawn="1"/>
        </p:nvSpPr>
        <p:spPr>
          <a:xfrm>
            <a:off x="578066" y="2227263"/>
            <a:ext cx="688544" cy="530619"/>
          </a:xfrm>
          <a:custGeom>
            <a:avLst/>
            <a:gdLst/>
            <a:ahLst/>
            <a:cxnLst/>
            <a:rect l="l" t="t" r="r" b="b"/>
            <a:pathLst>
              <a:path w="1135380" h="875029">
                <a:moveTo>
                  <a:pt x="524141" y="0"/>
                </a:moveTo>
                <a:lnTo>
                  <a:pt x="472457" y="9795"/>
                </a:lnTo>
                <a:lnTo>
                  <a:pt x="422881" y="23169"/>
                </a:lnTo>
                <a:lnTo>
                  <a:pt x="375516" y="39929"/>
                </a:lnTo>
                <a:lnTo>
                  <a:pt x="330465" y="59885"/>
                </a:lnTo>
                <a:lnTo>
                  <a:pt x="287828" y="82844"/>
                </a:lnTo>
                <a:lnTo>
                  <a:pt x="247710" y="108616"/>
                </a:lnTo>
                <a:lnTo>
                  <a:pt x="210212" y="137008"/>
                </a:lnTo>
                <a:lnTo>
                  <a:pt x="175437" y="167828"/>
                </a:lnTo>
                <a:lnTo>
                  <a:pt x="143487" y="200886"/>
                </a:lnTo>
                <a:lnTo>
                  <a:pt x="114466" y="235989"/>
                </a:lnTo>
                <a:lnTo>
                  <a:pt x="88475" y="272946"/>
                </a:lnTo>
                <a:lnTo>
                  <a:pt x="65617" y="311566"/>
                </a:lnTo>
                <a:lnTo>
                  <a:pt x="45994" y="351656"/>
                </a:lnTo>
                <a:lnTo>
                  <a:pt x="29709" y="393025"/>
                </a:lnTo>
                <a:lnTo>
                  <a:pt x="16865" y="435481"/>
                </a:lnTo>
                <a:lnTo>
                  <a:pt x="7564" y="478833"/>
                </a:lnTo>
                <a:lnTo>
                  <a:pt x="1908" y="522890"/>
                </a:lnTo>
                <a:lnTo>
                  <a:pt x="0" y="567459"/>
                </a:lnTo>
                <a:lnTo>
                  <a:pt x="3300" y="626598"/>
                </a:lnTo>
                <a:lnTo>
                  <a:pt x="12891" y="679290"/>
                </a:lnTo>
                <a:lnTo>
                  <a:pt x="28303" y="725589"/>
                </a:lnTo>
                <a:lnTo>
                  <a:pt x="49069" y="765546"/>
                </a:lnTo>
                <a:lnTo>
                  <a:pt x="74721" y="799213"/>
                </a:lnTo>
                <a:lnTo>
                  <a:pt x="104791" y="826642"/>
                </a:lnTo>
                <a:lnTo>
                  <a:pt x="138812" y="847886"/>
                </a:lnTo>
                <a:lnTo>
                  <a:pt x="176315" y="862995"/>
                </a:lnTo>
                <a:lnTo>
                  <a:pt x="216833" y="872022"/>
                </a:lnTo>
                <a:lnTo>
                  <a:pt x="259897" y="875020"/>
                </a:lnTo>
                <a:lnTo>
                  <a:pt x="303157" y="870485"/>
                </a:lnTo>
                <a:lnTo>
                  <a:pt x="344437" y="857422"/>
                </a:lnTo>
                <a:lnTo>
                  <a:pt x="382569" y="836643"/>
                </a:lnTo>
                <a:lnTo>
                  <a:pt x="416387" y="808960"/>
                </a:lnTo>
                <a:lnTo>
                  <a:pt x="444723" y="775186"/>
                </a:lnTo>
                <a:lnTo>
                  <a:pt x="466408" y="736132"/>
                </a:lnTo>
                <a:lnTo>
                  <a:pt x="480276" y="692611"/>
                </a:lnTo>
                <a:lnTo>
                  <a:pt x="485158" y="645435"/>
                </a:lnTo>
                <a:lnTo>
                  <a:pt x="480774" y="597136"/>
                </a:lnTo>
                <a:lnTo>
                  <a:pt x="468280" y="553776"/>
                </a:lnTo>
                <a:lnTo>
                  <a:pt x="448665" y="515613"/>
                </a:lnTo>
                <a:lnTo>
                  <a:pt x="422917" y="482907"/>
                </a:lnTo>
                <a:lnTo>
                  <a:pt x="392022" y="455920"/>
                </a:lnTo>
                <a:lnTo>
                  <a:pt x="356968" y="434911"/>
                </a:lnTo>
                <a:lnTo>
                  <a:pt x="318744" y="420139"/>
                </a:lnTo>
                <a:lnTo>
                  <a:pt x="194926" y="415851"/>
                </a:lnTo>
                <a:lnTo>
                  <a:pt x="197334" y="383862"/>
                </a:lnTo>
                <a:lnTo>
                  <a:pt x="217420" y="314477"/>
                </a:lnTo>
                <a:lnTo>
                  <a:pt x="235645" y="278563"/>
                </a:lnTo>
                <a:lnTo>
                  <a:pt x="259690" y="242826"/>
                </a:lnTo>
                <a:lnTo>
                  <a:pt x="289826" y="208006"/>
                </a:lnTo>
                <a:lnTo>
                  <a:pt x="326329" y="174845"/>
                </a:lnTo>
                <a:lnTo>
                  <a:pt x="369472" y="144087"/>
                </a:lnTo>
                <a:lnTo>
                  <a:pt x="419527" y="116472"/>
                </a:lnTo>
                <a:lnTo>
                  <a:pt x="476769" y="92743"/>
                </a:lnTo>
                <a:lnTo>
                  <a:pt x="541470" y="73641"/>
                </a:lnTo>
                <a:lnTo>
                  <a:pt x="524141" y="0"/>
                </a:lnTo>
                <a:close/>
              </a:path>
              <a:path w="1135380" h="875029">
                <a:moveTo>
                  <a:pt x="236735" y="410349"/>
                </a:moveTo>
                <a:lnTo>
                  <a:pt x="194926" y="415851"/>
                </a:lnTo>
                <a:lnTo>
                  <a:pt x="297801" y="415851"/>
                </a:lnTo>
                <a:lnTo>
                  <a:pt x="278337" y="411865"/>
                </a:lnTo>
                <a:lnTo>
                  <a:pt x="236735" y="410349"/>
                </a:lnTo>
                <a:close/>
              </a:path>
              <a:path w="1135380" h="875029">
                <a:moveTo>
                  <a:pt x="1117589" y="0"/>
                </a:moveTo>
                <a:lnTo>
                  <a:pt x="1065905" y="9795"/>
                </a:lnTo>
                <a:lnTo>
                  <a:pt x="1016329" y="23169"/>
                </a:lnTo>
                <a:lnTo>
                  <a:pt x="968964" y="39929"/>
                </a:lnTo>
                <a:lnTo>
                  <a:pt x="923912" y="59885"/>
                </a:lnTo>
                <a:lnTo>
                  <a:pt x="881276" y="82844"/>
                </a:lnTo>
                <a:lnTo>
                  <a:pt x="841158" y="108616"/>
                </a:lnTo>
                <a:lnTo>
                  <a:pt x="803660" y="137008"/>
                </a:lnTo>
                <a:lnTo>
                  <a:pt x="768885" y="167828"/>
                </a:lnTo>
                <a:lnTo>
                  <a:pt x="736935" y="200886"/>
                </a:lnTo>
                <a:lnTo>
                  <a:pt x="707914" y="235989"/>
                </a:lnTo>
                <a:lnTo>
                  <a:pt x="681923" y="272946"/>
                </a:lnTo>
                <a:lnTo>
                  <a:pt x="659065" y="311566"/>
                </a:lnTo>
                <a:lnTo>
                  <a:pt x="639442" y="351656"/>
                </a:lnTo>
                <a:lnTo>
                  <a:pt x="623157" y="393025"/>
                </a:lnTo>
                <a:lnTo>
                  <a:pt x="610313" y="435481"/>
                </a:lnTo>
                <a:lnTo>
                  <a:pt x="601012" y="478833"/>
                </a:lnTo>
                <a:lnTo>
                  <a:pt x="595356" y="522890"/>
                </a:lnTo>
                <a:lnTo>
                  <a:pt x="593447" y="567459"/>
                </a:lnTo>
                <a:lnTo>
                  <a:pt x="596748" y="626598"/>
                </a:lnTo>
                <a:lnTo>
                  <a:pt x="606339" y="679290"/>
                </a:lnTo>
                <a:lnTo>
                  <a:pt x="621751" y="725589"/>
                </a:lnTo>
                <a:lnTo>
                  <a:pt x="642517" y="765546"/>
                </a:lnTo>
                <a:lnTo>
                  <a:pt x="668170" y="799213"/>
                </a:lnTo>
                <a:lnTo>
                  <a:pt x="698242" y="826642"/>
                </a:lnTo>
                <a:lnTo>
                  <a:pt x="732264" y="847886"/>
                </a:lnTo>
                <a:lnTo>
                  <a:pt x="769768" y="862995"/>
                </a:lnTo>
                <a:lnTo>
                  <a:pt x="810288" y="872022"/>
                </a:lnTo>
                <a:lnTo>
                  <a:pt x="853356" y="875020"/>
                </a:lnTo>
                <a:lnTo>
                  <a:pt x="896612" y="870485"/>
                </a:lnTo>
                <a:lnTo>
                  <a:pt x="937889" y="857422"/>
                </a:lnTo>
                <a:lnTo>
                  <a:pt x="976020" y="836643"/>
                </a:lnTo>
                <a:lnTo>
                  <a:pt x="1009837" y="808960"/>
                </a:lnTo>
                <a:lnTo>
                  <a:pt x="1038171" y="775186"/>
                </a:lnTo>
                <a:lnTo>
                  <a:pt x="1059856" y="736132"/>
                </a:lnTo>
                <a:lnTo>
                  <a:pt x="1073723" y="692611"/>
                </a:lnTo>
                <a:lnTo>
                  <a:pt x="1078605" y="645435"/>
                </a:lnTo>
                <a:lnTo>
                  <a:pt x="1074221" y="597136"/>
                </a:lnTo>
                <a:lnTo>
                  <a:pt x="1061728" y="553776"/>
                </a:lnTo>
                <a:lnTo>
                  <a:pt x="1042113" y="515613"/>
                </a:lnTo>
                <a:lnTo>
                  <a:pt x="1016364" y="482907"/>
                </a:lnTo>
                <a:lnTo>
                  <a:pt x="985469" y="455920"/>
                </a:lnTo>
                <a:lnTo>
                  <a:pt x="950416" y="434911"/>
                </a:lnTo>
                <a:lnTo>
                  <a:pt x="912192" y="420139"/>
                </a:lnTo>
                <a:lnTo>
                  <a:pt x="788373" y="415851"/>
                </a:lnTo>
                <a:lnTo>
                  <a:pt x="790782" y="383862"/>
                </a:lnTo>
                <a:lnTo>
                  <a:pt x="810870" y="314477"/>
                </a:lnTo>
                <a:lnTo>
                  <a:pt x="829096" y="278563"/>
                </a:lnTo>
                <a:lnTo>
                  <a:pt x="853141" y="242826"/>
                </a:lnTo>
                <a:lnTo>
                  <a:pt x="883279" y="208006"/>
                </a:lnTo>
                <a:lnTo>
                  <a:pt x="919782" y="174845"/>
                </a:lnTo>
                <a:lnTo>
                  <a:pt x="962924" y="144087"/>
                </a:lnTo>
                <a:lnTo>
                  <a:pt x="1012979" y="116472"/>
                </a:lnTo>
                <a:lnTo>
                  <a:pt x="1070219" y="92743"/>
                </a:lnTo>
                <a:lnTo>
                  <a:pt x="1134918" y="73641"/>
                </a:lnTo>
                <a:lnTo>
                  <a:pt x="1117589" y="0"/>
                </a:lnTo>
                <a:close/>
              </a:path>
              <a:path w="1135380" h="875029">
                <a:moveTo>
                  <a:pt x="830183" y="410349"/>
                </a:moveTo>
                <a:lnTo>
                  <a:pt x="788373" y="415851"/>
                </a:lnTo>
                <a:lnTo>
                  <a:pt x="891249" y="415851"/>
                </a:lnTo>
                <a:lnTo>
                  <a:pt x="871785" y="411865"/>
                </a:lnTo>
                <a:lnTo>
                  <a:pt x="830183" y="410349"/>
                </a:lnTo>
                <a:close/>
              </a:path>
            </a:pathLst>
          </a:custGeom>
          <a:solidFill>
            <a:srgbClr val="CAD1D2"/>
          </a:solidFill>
        </p:spPr>
        <p:txBody>
          <a:bodyPr wrap="square" lIns="0" tIns="0" rIns="0" bIns="0" rtlCol="0"/>
          <a:lstStyle/>
          <a:p>
            <a:endParaRPr sz="1092" b="0" i="0">
              <a:solidFill>
                <a:schemeClr val="accent2"/>
              </a:solidFill>
              <a:latin typeface="Calibre" panose="020B0503030202060203" pitchFamily="34" charset="77"/>
            </a:endParaRPr>
          </a:p>
        </p:txBody>
      </p:sp>
      <p:sp>
        <p:nvSpPr>
          <p:cNvPr id="13" name="object 5">
            <a:extLst>
              <a:ext uri="{FF2B5EF4-FFF2-40B4-BE49-F238E27FC236}">
                <a16:creationId xmlns:a16="http://schemas.microsoft.com/office/drawing/2014/main" id="{71311429-4BD0-4337-A705-B113FCC87BE3}"/>
              </a:ext>
            </a:extLst>
          </p:cNvPr>
          <p:cNvSpPr/>
          <p:nvPr userDrawn="1"/>
        </p:nvSpPr>
        <p:spPr>
          <a:xfrm>
            <a:off x="11004337" y="4088580"/>
            <a:ext cx="688544" cy="530619"/>
          </a:xfrm>
          <a:custGeom>
            <a:avLst/>
            <a:gdLst/>
            <a:ahLst/>
            <a:cxnLst/>
            <a:rect l="l" t="t" r="r" b="b"/>
            <a:pathLst>
              <a:path w="1135380" h="875029">
                <a:moveTo>
                  <a:pt x="1112114" y="459169"/>
                </a:moveTo>
                <a:lnTo>
                  <a:pt x="939992" y="459169"/>
                </a:lnTo>
                <a:lnTo>
                  <a:pt x="937584" y="491157"/>
                </a:lnTo>
                <a:lnTo>
                  <a:pt x="930176" y="525196"/>
                </a:lnTo>
                <a:lnTo>
                  <a:pt x="899272" y="596456"/>
                </a:lnTo>
                <a:lnTo>
                  <a:pt x="875228" y="632194"/>
                </a:lnTo>
                <a:lnTo>
                  <a:pt x="845091" y="667014"/>
                </a:lnTo>
                <a:lnTo>
                  <a:pt x="808588" y="700174"/>
                </a:lnTo>
                <a:lnTo>
                  <a:pt x="765446" y="730933"/>
                </a:lnTo>
                <a:lnTo>
                  <a:pt x="715390" y="758548"/>
                </a:lnTo>
                <a:lnTo>
                  <a:pt x="658149" y="782277"/>
                </a:lnTo>
                <a:lnTo>
                  <a:pt x="593447" y="801378"/>
                </a:lnTo>
                <a:lnTo>
                  <a:pt x="610777" y="875020"/>
                </a:lnTo>
                <a:lnTo>
                  <a:pt x="662460" y="865225"/>
                </a:lnTo>
                <a:lnTo>
                  <a:pt x="712036" y="851851"/>
                </a:lnTo>
                <a:lnTo>
                  <a:pt x="759401" y="835090"/>
                </a:lnTo>
                <a:lnTo>
                  <a:pt x="804453" y="815134"/>
                </a:lnTo>
                <a:lnTo>
                  <a:pt x="847089" y="792175"/>
                </a:lnTo>
                <a:lnTo>
                  <a:pt x="887208" y="766404"/>
                </a:lnTo>
                <a:lnTo>
                  <a:pt x="924706" y="738012"/>
                </a:lnTo>
                <a:lnTo>
                  <a:pt x="959481" y="707191"/>
                </a:lnTo>
                <a:lnTo>
                  <a:pt x="991430" y="674133"/>
                </a:lnTo>
                <a:lnTo>
                  <a:pt x="1020452" y="639030"/>
                </a:lnTo>
                <a:lnTo>
                  <a:pt x="1046443" y="602073"/>
                </a:lnTo>
                <a:lnTo>
                  <a:pt x="1069301" y="563454"/>
                </a:lnTo>
                <a:lnTo>
                  <a:pt x="1088923" y="523364"/>
                </a:lnTo>
                <a:lnTo>
                  <a:pt x="1105208" y="481995"/>
                </a:lnTo>
                <a:lnTo>
                  <a:pt x="1112114" y="459169"/>
                </a:lnTo>
                <a:close/>
              </a:path>
              <a:path w="1135380" h="875029">
                <a:moveTo>
                  <a:pt x="875020" y="0"/>
                </a:moveTo>
                <a:lnTo>
                  <a:pt x="831761" y="4534"/>
                </a:lnTo>
                <a:lnTo>
                  <a:pt x="790481" y="17597"/>
                </a:lnTo>
                <a:lnTo>
                  <a:pt x="752348" y="38376"/>
                </a:lnTo>
                <a:lnTo>
                  <a:pt x="718530" y="66059"/>
                </a:lnTo>
                <a:lnTo>
                  <a:pt x="690195" y="99833"/>
                </a:lnTo>
                <a:lnTo>
                  <a:pt x="668509" y="138887"/>
                </a:lnTo>
                <a:lnTo>
                  <a:pt x="654642" y="182408"/>
                </a:lnTo>
                <a:lnTo>
                  <a:pt x="649760" y="229584"/>
                </a:lnTo>
                <a:lnTo>
                  <a:pt x="654144" y="277883"/>
                </a:lnTo>
                <a:lnTo>
                  <a:pt x="666637" y="321244"/>
                </a:lnTo>
                <a:lnTo>
                  <a:pt x="686252" y="359407"/>
                </a:lnTo>
                <a:lnTo>
                  <a:pt x="712001" y="392112"/>
                </a:lnTo>
                <a:lnTo>
                  <a:pt x="742896" y="419099"/>
                </a:lnTo>
                <a:lnTo>
                  <a:pt x="777949" y="440109"/>
                </a:lnTo>
                <a:lnTo>
                  <a:pt x="816173" y="454880"/>
                </a:lnTo>
                <a:lnTo>
                  <a:pt x="856580" y="463154"/>
                </a:lnTo>
                <a:lnTo>
                  <a:pt x="898182" y="464670"/>
                </a:lnTo>
                <a:lnTo>
                  <a:pt x="939992" y="459169"/>
                </a:lnTo>
                <a:lnTo>
                  <a:pt x="1112114" y="459169"/>
                </a:lnTo>
                <a:lnTo>
                  <a:pt x="1118052" y="439538"/>
                </a:lnTo>
                <a:lnTo>
                  <a:pt x="1127354" y="396186"/>
                </a:lnTo>
                <a:lnTo>
                  <a:pt x="1133010" y="352130"/>
                </a:lnTo>
                <a:lnTo>
                  <a:pt x="1134918" y="307561"/>
                </a:lnTo>
                <a:lnTo>
                  <a:pt x="1131617" y="248422"/>
                </a:lnTo>
                <a:lnTo>
                  <a:pt x="1122027" y="195729"/>
                </a:lnTo>
                <a:lnTo>
                  <a:pt x="1106614" y="149430"/>
                </a:lnTo>
                <a:lnTo>
                  <a:pt x="1085848" y="109473"/>
                </a:lnTo>
                <a:lnTo>
                  <a:pt x="1060196" y="75806"/>
                </a:lnTo>
                <a:lnTo>
                  <a:pt x="1030126" y="48377"/>
                </a:lnTo>
                <a:lnTo>
                  <a:pt x="996105" y="27134"/>
                </a:lnTo>
                <a:lnTo>
                  <a:pt x="958602" y="12025"/>
                </a:lnTo>
                <a:lnTo>
                  <a:pt x="918084" y="2997"/>
                </a:lnTo>
                <a:lnTo>
                  <a:pt x="875020" y="0"/>
                </a:lnTo>
                <a:close/>
              </a:path>
              <a:path w="1135380" h="875029">
                <a:moveTo>
                  <a:pt x="518666" y="459169"/>
                </a:moveTo>
                <a:lnTo>
                  <a:pt x="346544" y="459169"/>
                </a:lnTo>
                <a:lnTo>
                  <a:pt x="344135" y="491157"/>
                </a:lnTo>
                <a:lnTo>
                  <a:pt x="336728" y="525196"/>
                </a:lnTo>
                <a:lnTo>
                  <a:pt x="305821" y="596456"/>
                </a:lnTo>
                <a:lnTo>
                  <a:pt x="281776" y="632194"/>
                </a:lnTo>
                <a:lnTo>
                  <a:pt x="251639" y="667014"/>
                </a:lnTo>
                <a:lnTo>
                  <a:pt x="215135" y="700174"/>
                </a:lnTo>
                <a:lnTo>
                  <a:pt x="171993" y="730933"/>
                </a:lnTo>
                <a:lnTo>
                  <a:pt x="121939" y="758548"/>
                </a:lnTo>
                <a:lnTo>
                  <a:pt x="64699" y="782277"/>
                </a:lnTo>
                <a:lnTo>
                  <a:pt x="0" y="801378"/>
                </a:lnTo>
                <a:lnTo>
                  <a:pt x="17329" y="875020"/>
                </a:lnTo>
                <a:lnTo>
                  <a:pt x="69012" y="865225"/>
                </a:lnTo>
                <a:lnTo>
                  <a:pt x="118588" y="851851"/>
                </a:lnTo>
                <a:lnTo>
                  <a:pt x="165953" y="835090"/>
                </a:lnTo>
                <a:lnTo>
                  <a:pt x="211005" y="815134"/>
                </a:lnTo>
                <a:lnTo>
                  <a:pt x="253641" y="792175"/>
                </a:lnTo>
                <a:lnTo>
                  <a:pt x="293760" y="766404"/>
                </a:lnTo>
                <a:lnTo>
                  <a:pt x="331258" y="738012"/>
                </a:lnTo>
                <a:lnTo>
                  <a:pt x="366033" y="707191"/>
                </a:lnTo>
                <a:lnTo>
                  <a:pt x="397982" y="674133"/>
                </a:lnTo>
                <a:lnTo>
                  <a:pt x="427004" y="639030"/>
                </a:lnTo>
                <a:lnTo>
                  <a:pt x="452995" y="602073"/>
                </a:lnTo>
                <a:lnTo>
                  <a:pt x="475853" y="563454"/>
                </a:lnTo>
                <a:lnTo>
                  <a:pt x="495475" y="523364"/>
                </a:lnTo>
                <a:lnTo>
                  <a:pt x="511760" y="481995"/>
                </a:lnTo>
                <a:lnTo>
                  <a:pt x="518666" y="459169"/>
                </a:lnTo>
                <a:close/>
              </a:path>
              <a:path w="1135380" h="875029">
                <a:moveTo>
                  <a:pt x="281562" y="0"/>
                </a:moveTo>
                <a:lnTo>
                  <a:pt x="238303" y="4534"/>
                </a:lnTo>
                <a:lnTo>
                  <a:pt x="197024" y="17597"/>
                </a:lnTo>
                <a:lnTo>
                  <a:pt x="158893" y="38376"/>
                </a:lnTo>
                <a:lnTo>
                  <a:pt x="125077" y="66059"/>
                </a:lnTo>
                <a:lnTo>
                  <a:pt x="96743" y="99833"/>
                </a:lnTo>
                <a:lnTo>
                  <a:pt x="75060" y="138887"/>
                </a:lnTo>
                <a:lnTo>
                  <a:pt x="61193" y="182408"/>
                </a:lnTo>
                <a:lnTo>
                  <a:pt x="56312" y="229584"/>
                </a:lnTo>
                <a:lnTo>
                  <a:pt x="60696" y="277883"/>
                </a:lnTo>
                <a:lnTo>
                  <a:pt x="73188" y="321244"/>
                </a:lnTo>
                <a:lnTo>
                  <a:pt x="92802" y="359407"/>
                </a:lnTo>
                <a:lnTo>
                  <a:pt x="118550" y="392112"/>
                </a:lnTo>
                <a:lnTo>
                  <a:pt x="149444" y="419099"/>
                </a:lnTo>
                <a:lnTo>
                  <a:pt x="184497" y="440109"/>
                </a:lnTo>
                <a:lnTo>
                  <a:pt x="222721" y="454880"/>
                </a:lnTo>
                <a:lnTo>
                  <a:pt x="263128" y="463154"/>
                </a:lnTo>
                <a:lnTo>
                  <a:pt x="304732" y="464670"/>
                </a:lnTo>
                <a:lnTo>
                  <a:pt x="346544" y="459169"/>
                </a:lnTo>
                <a:lnTo>
                  <a:pt x="518666" y="459169"/>
                </a:lnTo>
                <a:lnTo>
                  <a:pt x="524604" y="439538"/>
                </a:lnTo>
                <a:lnTo>
                  <a:pt x="533906" y="396186"/>
                </a:lnTo>
                <a:lnTo>
                  <a:pt x="539562" y="352130"/>
                </a:lnTo>
                <a:lnTo>
                  <a:pt x="541470" y="307561"/>
                </a:lnTo>
                <a:lnTo>
                  <a:pt x="538169" y="248422"/>
                </a:lnTo>
                <a:lnTo>
                  <a:pt x="528579" y="195729"/>
                </a:lnTo>
                <a:lnTo>
                  <a:pt x="513166" y="149430"/>
                </a:lnTo>
                <a:lnTo>
                  <a:pt x="492400" y="109473"/>
                </a:lnTo>
                <a:lnTo>
                  <a:pt x="466747" y="75806"/>
                </a:lnTo>
                <a:lnTo>
                  <a:pt x="436676" y="48377"/>
                </a:lnTo>
                <a:lnTo>
                  <a:pt x="402654" y="27134"/>
                </a:lnTo>
                <a:lnTo>
                  <a:pt x="365149" y="12025"/>
                </a:lnTo>
                <a:lnTo>
                  <a:pt x="324629" y="2997"/>
                </a:lnTo>
                <a:lnTo>
                  <a:pt x="281562" y="0"/>
                </a:lnTo>
                <a:close/>
              </a:path>
            </a:pathLst>
          </a:custGeom>
          <a:solidFill>
            <a:srgbClr val="CAD1D2"/>
          </a:solidFill>
        </p:spPr>
        <p:txBody>
          <a:bodyPr wrap="square" lIns="0" tIns="0" rIns="0" bIns="0" rtlCol="0"/>
          <a:lstStyle/>
          <a:p>
            <a:endParaRPr sz="1092" b="0" i="0">
              <a:solidFill>
                <a:schemeClr val="accent2"/>
              </a:solidFill>
              <a:latin typeface="Calibre" panose="020B0503030202060203" pitchFamily="34" charset="77"/>
            </a:endParaRPr>
          </a:p>
        </p:txBody>
      </p:sp>
      <p:sp>
        <p:nvSpPr>
          <p:cNvPr id="14" name="TextBox 13">
            <a:extLst>
              <a:ext uri="{FF2B5EF4-FFF2-40B4-BE49-F238E27FC236}">
                <a16:creationId xmlns:a16="http://schemas.microsoft.com/office/drawing/2014/main" id="{1A4E8BEF-6622-4062-86F9-CE4DE20D0529}"/>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5" name="TextBox 14">
            <a:extLst>
              <a:ext uri="{FF2B5EF4-FFF2-40B4-BE49-F238E27FC236}">
                <a16:creationId xmlns:a16="http://schemas.microsoft.com/office/drawing/2014/main" id="{68AB1674-9492-4197-834A-32CF410DC24A}"/>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1148614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xt No. 1">
    <p:bg>
      <p:bgPr>
        <a:solidFill>
          <a:schemeClr val="tx1"/>
        </a:solidFill>
        <a:effectLst/>
      </p:bgPr>
    </p:bg>
    <p:spTree>
      <p:nvGrpSpPr>
        <p:cNvPr id="1" name=""/>
        <p:cNvGrpSpPr/>
        <p:nvPr/>
      </p:nvGrpSpPr>
      <p:grpSpPr>
        <a:xfrm>
          <a:off x="0" y="0"/>
          <a:ext cx="0" cy="0"/>
          <a:chOff x="0" y="0"/>
          <a:chExt cx="0" cy="0"/>
        </a:xfrm>
      </p:grpSpPr>
      <p:sp>
        <p:nvSpPr>
          <p:cNvPr id="20" name="Text Placeholder 14">
            <a:extLst>
              <a:ext uri="{FF2B5EF4-FFF2-40B4-BE49-F238E27FC236}">
                <a16:creationId xmlns:a16="http://schemas.microsoft.com/office/drawing/2014/main" id="{8546D87C-2B93-704D-87D6-29E80BEE7F1A}"/>
              </a:ext>
            </a:extLst>
          </p:cNvPr>
          <p:cNvSpPr>
            <a:spLocks noGrp="1"/>
          </p:cNvSpPr>
          <p:nvPr>
            <p:ph type="body" sz="quarter" idx="30" hasCustomPrompt="1"/>
          </p:nvPr>
        </p:nvSpPr>
        <p:spPr>
          <a:xfrm>
            <a:off x="1536704" y="4969531"/>
            <a:ext cx="10142534" cy="650816"/>
          </a:xfrm>
          <a:prstGeom prst="rect">
            <a:avLst/>
          </a:prstGeom>
        </p:spPr>
        <p:txBody>
          <a:bodyPr/>
          <a:lstStyle>
            <a:lvl1pPr algn="l">
              <a:lnSpc>
                <a:spcPts val="2971"/>
              </a:lnSpc>
              <a:defRPr lang="en-US" sz="12000" kern="1200" spc="42" baseline="0" dirty="0">
                <a:solidFill>
                  <a:srgbClr val="CAD1D2"/>
                </a:solidFill>
                <a:latin typeface="Calibre-Light"/>
                <a:ea typeface="+mn-ea"/>
                <a:cs typeface="Calibre-Light"/>
              </a:defRPr>
            </a:lvl1pPr>
          </a:lstStyle>
          <a:p>
            <a:pPr lvl="0"/>
            <a:r>
              <a:rPr lang="en-GB"/>
              <a:t>£1,004,0000p/m</a:t>
            </a:r>
            <a:endParaRPr lang="en-US"/>
          </a:p>
        </p:txBody>
      </p:sp>
      <p:cxnSp>
        <p:nvCxnSpPr>
          <p:cNvPr id="17" name="Straight Connector 16">
            <a:extLst>
              <a:ext uri="{FF2B5EF4-FFF2-40B4-BE49-F238E27FC236}">
                <a16:creationId xmlns:a16="http://schemas.microsoft.com/office/drawing/2014/main" id="{B158D830-F1AA-43AE-93A1-33D9E775437C}"/>
              </a:ext>
            </a:extLst>
          </p:cNvPr>
          <p:cNvCxnSpPr>
            <a:cxnSpLocks/>
          </p:cNvCxnSpPr>
          <p:nvPr userDrawn="1"/>
        </p:nvCxnSpPr>
        <p:spPr>
          <a:xfrm>
            <a:off x="922338" y="1712686"/>
            <a:ext cx="0" cy="3538766"/>
          </a:xfrm>
          <a:prstGeom prst="line">
            <a:avLst/>
          </a:prstGeom>
          <a:ln w="50800">
            <a:solidFill>
              <a:srgbClr val="17E891"/>
            </a:solidFill>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D97178FD-4744-484F-9480-31F8AEE60AFF}"/>
              </a:ext>
            </a:extLst>
          </p:cNvPr>
          <p:cNvSpPr>
            <a:spLocks noGrp="1"/>
          </p:cNvSpPr>
          <p:nvPr>
            <p:ph type="body" sz="quarter" idx="34"/>
          </p:nvPr>
        </p:nvSpPr>
        <p:spPr>
          <a:xfrm>
            <a:off x="1536700" y="1601788"/>
            <a:ext cx="4508500" cy="1149350"/>
          </a:xfrm>
        </p:spPr>
        <p:txBody>
          <a:bodyPr/>
          <a:lstStyle>
            <a:lvl1pPr>
              <a:defRPr>
                <a:solidFill>
                  <a:srgbClr val="CAD1D2"/>
                </a:solidFill>
              </a:defRPr>
            </a:lvl1pPr>
            <a:lvl2pPr>
              <a:defRPr>
                <a:solidFill>
                  <a:srgbClr val="CAD1D2"/>
                </a:solidFill>
              </a:defRPr>
            </a:lvl2pPr>
            <a:lvl3pPr>
              <a:defRPr>
                <a:solidFill>
                  <a:srgbClr val="CAD1D2"/>
                </a:solidFill>
              </a:defRPr>
            </a:lvl3pPr>
            <a:lvl4pPr>
              <a:buClr>
                <a:schemeClr val="bg1"/>
              </a:buClr>
              <a:defRPr>
                <a:solidFill>
                  <a:srgbClr val="CAD1D2"/>
                </a:solidFill>
              </a:defRPr>
            </a:lvl4pPr>
            <a:lvl5pPr>
              <a:defRPr>
                <a:solidFill>
                  <a:srgbClr val="CAD1D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Box 8">
            <a:extLst>
              <a:ext uri="{FF2B5EF4-FFF2-40B4-BE49-F238E27FC236}">
                <a16:creationId xmlns:a16="http://schemas.microsoft.com/office/drawing/2014/main" id="{A912BE8A-B929-433E-BD03-CC8DBBEDE67B}"/>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0" name="TextBox 9">
            <a:extLst>
              <a:ext uri="{FF2B5EF4-FFF2-40B4-BE49-F238E27FC236}">
                <a16:creationId xmlns:a16="http://schemas.microsoft.com/office/drawing/2014/main" id="{8043A06C-F7F1-4C24-B615-6BA883809D88}"/>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13634502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xt No. 2">
    <p:bg>
      <p:bgPr>
        <a:solidFill>
          <a:schemeClr val="tx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B158D830-F1AA-43AE-93A1-33D9E775437C}"/>
              </a:ext>
            </a:extLst>
          </p:cNvPr>
          <p:cNvCxnSpPr>
            <a:cxnSpLocks/>
          </p:cNvCxnSpPr>
          <p:nvPr/>
        </p:nvCxnSpPr>
        <p:spPr>
          <a:xfrm flipV="1">
            <a:off x="1023938" y="3093899"/>
            <a:ext cx="10142539" cy="1"/>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12" name="Text Placeholder 14">
            <a:extLst>
              <a:ext uri="{FF2B5EF4-FFF2-40B4-BE49-F238E27FC236}">
                <a16:creationId xmlns:a16="http://schemas.microsoft.com/office/drawing/2014/main" id="{C172DE9B-13AA-4E87-8426-7B7B0BD7AA01}"/>
              </a:ext>
            </a:extLst>
          </p:cNvPr>
          <p:cNvSpPr>
            <a:spLocks noGrp="1"/>
          </p:cNvSpPr>
          <p:nvPr>
            <p:ph type="body" sz="quarter" idx="30" hasCustomPrompt="1"/>
          </p:nvPr>
        </p:nvSpPr>
        <p:spPr>
          <a:xfrm>
            <a:off x="1023938" y="3873428"/>
            <a:ext cx="10210089" cy="1199953"/>
          </a:xfrm>
          <a:prstGeom prst="rect">
            <a:avLst/>
          </a:prstGeom>
        </p:spPr>
        <p:txBody>
          <a:bodyPr anchor="ctr"/>
          <a:lstStyle>
            <a:lvl1pPr algn="r">
              <a:lnSpc>
                <a:spcPct val="100000"/>
              </a:lnSpc>
              <a:spcAft>
                <a:spcPts val="0"/>
              </a:spcAft>
              <a:defRPr lang="en-US" sz="28000" kern="1200" spc="-154" dirty="0">
                <a:solidFill>
                  <a:srgbClr val="CCCDCB"/>
                </a:solidFill>
                <a:latin typeface="Calibre-Light"/>
                <a:ea typeface="+mn-ea"/>
                <a:cs typeface="Calibre-Light"/>
              </a:defRPr>
            </a:lvl1pPr>
          </a:lstStyle>
          <a:p>
            <a:pPr lvl="0"/>
            <a:r>
              <a:rPr lang="en-GB"/>
              <a:t>45K</a:t>
            </a:r>
            <a:endParaRPr lang="en-US"/>
          </a:p>
        </p:txBody>
      </p:sp>
      <p:cxnSp>
        <p:nvCxnSpPr>
          <p:cNvPr id="13" name="Straight Connector 12">
            <a:extLst>
              <a:ext uri="{FF2B5EF4-FFF2-40B4-BE49-F238E27FC236}">
                <a16:creationId xmlns:a16="http://schemas.microsoft.com/office/drawing/2014/main" id="{A9F57267-6257-4906-B429-8DBD08BB396D}"/>
              </a:ext>
            </a:extLst>
          </p:cNvPr>
          <p:cNvCxnSpPr>
            <a:cxnSpLocks/>
          </p:cNvCxnSpPr>
          <p:nvPr userDrawn="1"/>
        </p:nvCxnSpPr>
        <p:spPr>
          <a:xfrm flipV="1">
            <a:off x="1023938" y="3084373"/>
            <a:ext cx="10142539" cy="1"/>
          </a:xfrm>
          <a:prstGeom prst="line">
            <a:avLst/>
          </a:prstGeom>
          <a:ln w="50800">
            <a:solidFill>
              <a:srgbClr val="17E89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446F7BD-D621-4658-8FD4-E7F7670762AE}"/>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0" name="TextBox 9">
            <a:extLst>
              <a:ext uri="{FF2B5EF4-FFF2-40B4-BE49-F238E27FC236}">
                <a16:creationId xmlns:a16="http://schemas.microsoft.com/office/drawing/2014/main" id="{FEDB3B94-AC59-415F-B266-7727818737D8}"/>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18" name="Text Placeholder 17">
            <a:extLst>
              <a:ext uri="{FF2B5EF4-FFF2-40B4-BE49-F238E27FC236}">
                <a16:creationId xmlns:a16="http://schemas.microsoft.com/office/drawing/2014/main" id="{D97178FD-4744-484F-9480-31F8AEE60AFF}"/>
              </a:ext>
            </a:extLst>
          </p:cNvPr>
          <p:cNvSpPr>
            <a:spLocks noGrp="1"/>
          </p:cNvSpPr>
          <p:nvPr>
            <p:ph type="body" sz="quarter" idx="34"/>
          </p:nvPr>
        </p:nvSpPr>
        <p:spPr>
          <a:xfrm>
            <a:off x="1023938" y="1598512"/>
            <a:ext cx="3484562" cy="1149350"/>
          </a:xfrm>
        </p:spPr>
        <p:txBody>
          <a:bodyPr/>
          <a:lstStyle>
            <a:lvl1pPr>
              <a:defRPr>
                <a:solidFill>
                  <a:srgbClr val="CAD1D2"/>
                </a:solidFill>
              </a:defRPr>
            </a:lvl1pPr>
            <a:lvl2pPr>
              <a:defRPr>
                <a:solidFill>
                  <a:srgbClr val="CAD1D2"/>
                </a:solidFill>
              </a:defRPr>
            </a:lvl2pPr>
            <a:lvl3pPr>
              <a:defRPr>
                <a:solidFill>
                  <a:srgbClr val="CAD1D2"/>
                </a:solidFill>
              </a:defRPr>
            </a:lvl3pPr>
            <a:lvl4pPr>
              <a:buClr>
                <a:schemeClr val="bg1"/>
              </a:buClr>
              <a:defRPr>
                <a:solidFill>
                  <a:srgbClr val="CAD1D2"/>
                </a:solidFill>
              </a:defRPr>
            </a:lvl4pPr>
            <a:lvl5pPr>
              <a:defRPr>
                <a:solidFill>
                  <a:srgbClr val="CAD1D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215723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Full Page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42EDB4F2-7D75-4BAC-93D5-85009027436B}"/>
              </a:ext>
            </a:extLst>
          </p:cNvPr>
          <p:cNvSpPr>
            <a:spLocks noGrp="1"/>
          </p:cNvSpPr>
          <p:nvPr>
            <p:ph type="pic" sz="quarter" idx="10"/>
          </p:nvPr>
        </p:nvSpPr>
        <p:spPr>
          <a:xfrm>
            <a:off x="-7412" y="0"/>
            <a:ext cx="12199412" cy="6858000"/>
          </a:xfrm>
          <a:solidFill>
            <a:schemeClr val="accent6"/>
          </a:solidFill>
        </p:spPr>
        <p:txBody>
          <a:bodyPr/>
          <a:lstStyle/>
          <a:p>
            <a:r>
              <a:rPr lang="en-US"/>
              <a:t>Click icon to add picture</a:t>
            </a:r>
            <a:endParaRPr lang="en-GB"/>
          </a:p>
        </p:txBody>
      </p:sp>
      <p:sp>
        <p:nvSpPr>
          <p:cNvPr id="6" name="TextBox 5">
            <a:extLst>
              <a:ext uri="{FF2B5EF4-FFF2-40B4-BE49-F238E27FC236}">
                <a16:creationId xmlns:a16="http://schemas.microsoft.com/office/drawing/2014/main" id="{EF6DEBCB-FF96-4C09-8941-8A58FB267920}"/>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7" name="TextBox 6">
            <a:extLst>
              <a:ext uri="{FF2B5EF4-FFF2-40B4-BE49-F238E27FC236}">
                <a16:creationId xmlns:a16="http://schemas.microsoft.com/office/drawing/2014/main" id="{53C6E8C5-BE2F-4571-ADEA-9668A775F670}"/>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Tree>
    <p:extLst>
      <p:ext uri="{BB962C8B-B14F-4D97-AF65-F5344CB8AC3E}">
        <p14:creationId xmlns:p14="http://schemas.microsoft.com/office/powerpoint/2010/main" val="13150086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Layout 1">
    <p:bg>
      <p:bgPr>
        <a:solidFill>
          <a:schemeClr val="bg1"/>
        </a:solidFill>
        <a:effectLst/>
      </p:bgPr>
    </p:bg>
    <p:spTree>
      <p:nvGrpSpPr>
        <p:cNvPr id="1" name=""/>
        <p:cNvGrpSpPr/>
        <p:nvPr/>
      </p:nvGrpSpPr>
      <p:grpSpPr>
        <a:xfrm>
          <a:off x="0" y="0"/>
          <a:ext cx="0" cy="0"/>
          <a:chOff x="0" y="0"/>
          <a:chExt cx="0" cy="0"/>
        </a:xfrm>
      </p:grpSpPr>
      <p:sp>
        <p:nvSpPr>
          <p:cNvPr id="5" name="Picture Placeholder 11">
            <a:extLst>
              <a:ext uri="{FF2B5EF4-FFF2-40B4-BE49-F238E27FC236}">
                <a16:creationId xmlns:a16="http://schemas.microsoft.com/office/drawing/2014/main" id="{8309D712-B377-474B-A408-4582377100CE}"/>
              </a:ext>
            </a:extLst>
          </p:cNvPr>
          <p:cNvSpPr>
            <a:spLocks noGrp="1"/>
          </p:cNvSpPr>
          <p:nvPr>
            <p:ph type="pic" sz="quarter" idx="11"/>
          </p:nvPr>
        </p:nvSpPr>
        <p:spPr>
          <a:xfrm>
            <a:off x="511175" y="476250"/>
            <a:ext cx="9118600" cy="5905500"/>
          </a:xfrm>
          <a:noFill/>
        </p:spPr>
        <p:txBody>
          <a:bodyPr/>
          <a:lstStyle/>
          <a:p>
            <a:r>
              <a:rPr lang="en-US"/>
              <a:t>Click icon to add picture</a:t>
            </a:r>
            <a:endParaRPr lang="en-GB"/>
          </a:p>
        </p:txBody>
      </p:sp>
      <p:sp>
        <p:nvSpPr>
          <p:cNvPr id="4" name="Text Placeholder 4">
            <a:extLst>
              <a:ext uri="{FF2B5EF4-FFF2-40B4-BE49-F238E27FC236}">
                <a16:creationId xmlns:a16="http://schemas.microsoft.com/office/drawing/2014/main" id="{23C71C2B-9FCD-4D8D-B7C2-9683DCE53CC2}"/>
              </a:ext>
            </a:extLst>
          </p:cNvPr>
          <p:cNvSpPr>
            <a:spLocks noGrp="1"/>
          </p:cNvSpPr>
          <p:nvPr>
            <p:ph type="body" sz="quarter" idx="46" hasCustomPrompt="1"/>
          </p:nvPr>
        </p:nvSpPr>
        <p:spPr>
          <a:xfrm>
            <a:off x="10244138" y="4102100"/>
            <a:ext cx="1435100" cy="2279650"/>
          </a:xfrm>
        </p:spPr>
        <p:txBody>
          <a:bodyPr anchor="b"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406059594"/>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Layout 2">
    <p:bg>
      <p:bgPr>
        <a:solidFill>
          <a:schemeClr val="bg1"/>
        </a:solidFill>
        <a:effectLst/>
      </p:bgPr>
    </p:bg>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C073FC8F-6DFD-4BD3-9E2B-3B5872A8D397}"/>
              </a:ext>
            </a:extLst>
          </p:cNvPr>
          <p:cNvSpPr>
            <a:spLocks noGrp="1"/>
          </p:cNvSpPr>
          <p:nvPr>
            <p:ph type="pic" sz="quarter" idx="13"/>
          </p:nvPr>
        </p:nvSpPr>
        <p:spPr>
          <a:xfrm>
            <a:off x="6657974" y="0"/>
            <a:ext cx="5534025" cy="6858000"/>
          </a:xfrm>
          <a:noFill/>
        </p:spPr>
        <p:txBody>
          <a:bodyPr/>
          <a:lstStyle/>
          <a:p>
            <a:r>
              <a:rPr lang="en-US"/>
              <a:t>Click icon to add picture</a:t>
            </a:r>
            <a:endParaRPr lang="en-GB"/>
          </a:p>
        </p:txBody>
      </p:sp>
      <p:sp>
        <p:nvSpPr>
          <p:cNvPr id="5" name="Picture Placeholder 11">
            <a:extLst>
              <a:ext uri="{FF2B5EF4-FFF2-40B4-BE49-F238E27FC236}">
                <a16:creationId xmlns:a16="http://schemas.microsoft.com/office/drawing/2014/main" id="{8309D712-B377-474B-A408-4582377100CE}"/>
              </a:ext>
            </a:extLst>
          </p:cNvPr>
          <p:cNvSpPr>
            <a:spLocks noGrp="1"/>
          </p:cNvSpPr>
          <p:nvPr>
            <p:ph type="pic" sz="quarter" idx="11"/>
          </p:nvPr>
        </p:nvSpPr>
        <p:spPr>
          <a:xfrm>
            <a:off x="511175" y="2227262"/>
            <a:ext cx="2971800" cy="4154487"/>
          </a:xfrm>
          <a:noFill/>
        </p:spPr>
        <p:txBody>
          <a:bodyPr/>
          <a:lstStyle/>
          <a:p>
            <a:r>
              <a:rPr lang="en-US"/>
              <a:t>Click icon to add picture</a:t>
            </a:r>
            <a:endParaRPr lang="en-GB"/>
          </a:p>
        </p:txBody>
      </p:sp>
      <p:sp>
        <p:nvSpPr>
          <p:cNvPr id="6" name="Text Placeholder 4">
            <a:extLst>
              <a:ext uri="{FF2B5EF4-FFF2-40B4-BE49-F238E27FC236}">
                <a16:creationId xmlns:a16="http://schemas.microsoft.com/office/drawing/2014/main" id="{92DCA525-6B86-4965-A4BC-4BA9D4F24063}"/>
              </a:ext>
            </a:extLst>
          </p:cNvPr>
          <p:cNvSpPr>
            <a:spLocks noGrp="1"/>
          </p:cNvSpPr>
          <p:nvPr>
            <p:ph type="body" sz="quarter" idx="46" hasCustomPrompt="1"/>
          </p:nvPr>
        </p:nvSpPr>
        <p:spPr>
          <a:xfrm>
            <a:off x="520698" y="352425"/>
            <a:ext cx="1435100" cy="1773238"/>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8" name="Text Placeholder 4">
            <a:extLst>
              <a:ext uri="{FF2B5EF4-FFF2-40B4-BE49-F238E27FC236}">
                <a16:creationId xmlns:a16="http://schemas.microsoft.com/office/drawing/2014/main" id="{39C2879B-0D83-4B01-8365-B8DF1EB0A025}"/>
              </a:ext>
            </a:extLst>
          </p:cNvPr>
          <p:cNvSpPr>
            <a:spLocks noGrp="1"/>
          </p:cNvSpPr>
          <p:nvPr>
            <p:ph type="body" sz="quarter" idx="47" hasCustomPrompt="1"/>
          </p:nvPr>
        </p:nvSpPr>
        <p:spPr>
          <a:xfrm>
            <a:off x="2047875" y="352425"/>
            <a:ext cx="1435100" cy="1773238"/>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391083278"/>
      </p:ext>
    </p:extLst>
  </p:cSld>
  <p:clrMapOvr>
    <a:masterClrMapping/>
  </p:clrMapOvr>
  <p:extLst>
    <p:ext uri="{DCECCB84-F9BA-43D5-87BE-67443E8EF086}">
      <p15:sldGuideLst xmlns:p15="http://schemas.microsoft.com/office/powerpoint/2012/main">
        <p15:guide id="1" orient="horz" pos="30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Layout 3">
    <p:bg>
      <p:bgPr>
        <a:solidFill>
          <a:schemeClr val="bg1"/>
        </a:solidFill>
        <a:effectLst/>
      </p:bgPr>
    </p:bg>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C073FC8F-6DFD-4BD3-9E2B-3B5872A8D397}"/>
              </a:ext>
            </a:extLst>
          </p:cNvPr>
          <p:cNvSpPr>
            <a:spLocks noGrp="1"/>
          </p:cNvSpPr>
          <p:nvPr>
            <p:ph type="pic" sz="quarter" idx="13"/>
          </p:nvPr>
        </p:nvSpPr>
        <p:spPr>
          <a:xfrm>
            <a:off x="6146801" y="2852738"/>
            <a:ext cx="5532438" cy="3529011"/>
          </a:xfrm>
          <a:noFill/>
        </p:spPr>
        <p:txBody>
          <a:bodyPr/>
          <a:lstStyle/>
          <a:p>
            <a:r>
              <a:rPr lang="en-US"/>
              <a:t>Click icon to add picture</a:t>
            </a:r>
            <a:endParaRPr lang="en-GB"/>
          </a:p>
        </p:txBody>
      </p:sp>
      <p:sp>
        <p:nvSpPr>
          <p:cNvPr id="5" name="Picture Placeholder 11">
            <a:extLst>
              <a:ext uri="{FF2B5EF4-FFF2-40B4-BE49-F238E27FC236}">
                <a16:creationId xmlns:a16="http://schemas.microsoft.com/office/drawing/2014/main" id="{8309D712-B377-474B-A408-4582377100CE}"/>
              </a:ext>
            </a:extLst>
          </p:cNvPr>
          <p:cNvSpPr>
            <a:spLocks noGrp="1"/>
          </p:cNvSpPr>
          <p:nvPr>
            <p:ph type="pic" sz="quarter" idx="11"/>
          </p:nvPr>
        </p:nvSpPr>
        <p:spPr>
          <a:xfrm>
            <a:off x="511174" y="2852738"/>
            <a:ext cx="5534025" cy="3529011"/>
          </a:xfrm>
          <a:noFill/>
        </p:spPr>
        <p:txBody>
          <a:bodyPr/>
          <a:lstStyle/>
          <a:p>
            <a:r>
              <a:rPr lang="en-US"/>
              <a:t>Click icon to add picture</a:t>
            </a:r>
            <a:endParaRPr lang="en-GB"/>
          </a:p>
        </p:txBody>
      </p:sp>
      <p:sp>
        <p:nvSpPr>
          <p:cNvPr id="6" name="Text Placeholder 4">
            <a:extLst>
              <a:ext uri="{FF2B5EF4-FFF2-40B4-BE49-F238E27FC236}">
                <a16:creationId xmlns:a16="http://schemas.microsoft.com/office/drawing/2014/main" id="{06204940-EC4E-47B0-AFAA-C43EE5579DEA}"/>
              </a:ext>
            </a:extLst>
          </p:cNvPr>
          <p:cNvSpPr>
            <a:spLocks noGrp="1"/>
          </p:cNvSpPr>
          <p:nvPr>
            <p:ph type="body" sz="quarter" idx="46" hasCustomPrompt="1"/>
          </p:nvPr>
        </p:nvSpPr>
        <p:spPr>
          <a:xfrm>
            <a:off x="520698" y="352424"/>
            <a:ext cx="1435100" cy="2398713"/>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8" name="Text Placeholder 4">
            <a:extLst>
              <a:ext uri="{FF2B5EF4-FFF2-40B4-BE49-F238E27FC236}">
                <a16:creationId xmlns:a16="http://schemas.microsoft.com/office/drawing/2014/main" id="{729C015C-9E34-4CCF-B217-05DD614D258D}"/>
              </a:ext>
            </a:extLst>
          </p:cNvPr>
          <p:cNvSpPr>
            <a:spLocks noGrp="1"/>
          </p:cNvSpPr>
          <p:nvPr>
            <p:ph type="body" sz="quarter" idx="47" hasCustomPrompt="1"/>
          </p:nvPr>
        </p:nvSpPr>
        <p:spPr>
          <a:xfrm>
            <a:off x="6146800" y="352423"/>
            <a:ext cx="1435100" cy="2398713"/>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1231308634"/>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 Layout 4">
    <p:bg>
      <p:bgPr>
        <a:solidFill>
          <a:schemeClr val="bg1"/>
        </a:solidFill>
        <a:effectLst/>
      </p:bgPr>
    </p:bg>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C073FC8F-6DFD-4BD3-9E2B-3B5872A8D397}"/>
              </a:ext>
            </a:extLst>
          </p:cNvPr>
          <p:cNvSpPr>
            <a:spLocks noGrp="1"/>
          </p:cNvSpPr>
          <p:nvPr>
            <p:ph type="pic" sz="quarter" idx="13"/>
          </p:nvPr>
        </p:nvSpPr>
        <p:spPr>
          <a:xfrm>
            <a:off x="7170737" y="3478213"/>
            <a:ext cx="4508501" cy="2903536"/>
          </a:xfrm>
          <a:noFill/>
        </p:spPr>
        <p:txBody>
          <a:bodyPr/>
          <a:lstStyle/>
          <a:p>
            <a:r>
              <a:rPr lang="en-US"/>
              <a:t>Click icon to add picture</a:t>
            </a:r>
            <a:endParaRPr lang="en-GB"/>
          </a:p>
        </p:txBody>
      </p:sp>
      <p:sp>
        <p:nvSpPr>
          <p:cNvPr id="5" name="Picture Placeholder 11">
            <a:extLst>
              <a:ext uri="{FF2B5EF4-FFF2-40B4-BE49-F238E27FC236}">
                <a16:creationId xmlns:a16="http://schemas.microsoft.com/office/drawing/2014/main" id="{8309D712-B377-474B-A408-4582377100CE}"/>
              </a:ext>
            </a:extLst>
          </p:cNvPr>
          <p:cNvSpPr>
            <a:spLocks noGrp="1"/>
          </p:cNvSpPr>
          <p:nvPr>
            <p:ph type="pic" sz="quarter" idx="11"/>
          </p:nvPr>
        </p:nvSpPr>
        <p:spPr>
          <a:xfrm>
            <a:off x="511174" y="3478213"/>
            <a:ext cx="4508501" cy="2903536"/>
          </a:xfrm>
          <a:noFill/>
        </p:spPr>
        <p:txBody>
          <a:bodyPr/>
          <a:lstStyle/>
          <a:p>
            <a:r>
              <a:rPr lang="en-US"/>
              <a:t>Click icon to add picture</a:t>
            </a:r>
            <a:endParaRPr lang="en-GB"/>
          </a:p>
        </p:txBody>
      </p:sp>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511887" y="473077"/>
            <a:ext cx="4508501" cy="2903536"/>
          </a:xfrm>
          <a:noFill/>
        </p:spPr>
        <p:txBody>
          <a:bodyPr/>
          <a:lstStyle/>
          <a:p>
            <a:r>
              <a:rPr lang="en-US"/>
              <a:t>Click icon to add picture</a:t>
            </a:r>
            <a:endParaRPr lang="en-GB"/>
          </a:p>
        </p:txBody>
      </p:sp>
      <p:sp>
        <p:nvSpPr>
          <p:cNvPr id="11" name="Picture Placeholder 11">
            <a:extLst>
              <a:ext uri="{FF2B5EF4-FFF2-40B4-BE49-F238E27FC236}">
                <a16:creationId xmlns:a16="http://schemas.microsoft.com/office/drawing/2014/main" id="{2FE7B96D-3E01-4CC1-BFAB-8F8BE9501B96}"/>
              </a:ext>
            </a:extLst>
          </p:cNvPr>
          <p:cNvSpPr>
            <a:spLocks noGrp="1"/>
          </p:cNvSpPr>
          <p:nvPr>
            <p:ph type="pic" sz="quarter" idx="17"/>
          </p:nvPr>
        </p:nvSpPr>
        <p:spPr>
          <a:xfrm>
            <a:off x="7170738" y="473077"/>
            <a:ext cx="4508501" cy="2903536"/>
          </a:xfrm>
          <a:noFill/>
        </p:spPr>
        <p:txBody>
          <a:bodyPr/>
          <a:lstStyle/>
          <a:p>
            <a:r>
              <a:rPr lang="en-US"/>
              <a:t>Click icon to add picture</a:t>
            </a:r>
            <a:endParaRPr lang="en-GB"/>
          </a:p>
        </p:txBody>
      </p:sp>
      <p:sp>
        <p:nvSpPr>
          <p:cNvPr id="13" name="Text Placeholder 4">
            <a:extLst>
              <a:ext uri="{FF2B5EF4-FFF2-40B4-BE49-F238E27FC236}">
                <a16:creationId xmlns:a16="http://schemas.microsoft.com/office/drawing/2014/main" id="{C5755924-A699-4784-A22B-8DD0C5CD0B33}"/>
              </a:ext>
            </a:extLst>
          </p:cNvPr>
          <p:cNvSpPr>
            <a:spLocks noGrp="1"/>
          </p:cNvSpPr>
          <p:nvPr>
            <p:ph type="body" sz="quarter" idx="46" hasCustomPrompt="1"/>
          </p:nvPr>
        </p:nvSpPr>
        <p:spPr>
          <a:xfrm>
            <a:off x="5120400" y="473077"/>
            <a:ext cx="923925" cy="1994467"/>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15" name="Text Placeholder 4">
            <a:extLst>
              <a:ext uri="{FF2B5EF4-FFF2-40B4-BE49-F238E27FC236}">
                <a16:creationId xmlns:a16="http://schemas.microsoft.com/office/drawing/2014/main" id="{EE2F68ED-1903-4B6B-B2C7-22D7619BDF64}"/>
              </a:ext>
            </a:extLst>
          </p:cNvPr>
          <p:cNvSpPr>
            <a:spLocks noGrp="1"/>
          </p:cNvSpPr>
          <p:nvPr>
            <p:ph type="body" sz="quarter" idx="47" hasCustomPrompt="1"/>
          </p:nvPr>
        </p:nvSpPr>
        <p:spPr>
          <a:xfrm>
            <a:off x="6146801" y="473077"/>
            <a:ext cx="923925" cy="1994467"/>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16" name="Text Placeholder 4">
            <a:extLst>
              <a:ext uri="{FF2B5EF4-FFF2-40B4-BE49-F238E27FC236}">
                <a16:creationId xmlns:a16="http://schemas.microsoft.com/office/drawing/2014/main" id="{5D7567B4-8661-40B0-8C9D-A5CD2404BF61}"/>
              </a:ext>
            </a:extLst>
          </p:cNvPr>
          <p:cNvSpPr>
            <a:spLocks noGrp="1"/>
          </p:cNvSpPr>
          <p:nvPr>
            <p:ph type="body" sz="quarter" idx="48" hasCustomPrompt="1"/>
          </p:nvPr>
        </p:nvSpPr>
        <p:spPr>
          <a:xfrm>
            <a:off x="5121274" y="3498685"/>
            <a:ext cx="923925" cy="1994467"/>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17" name="Text Placeholder 4">
            <a:extLst>
              <a:ext uri="{FF2B5EF4-FFF2-40B4-BE49-F238E27FC236}">
                <a16:creationId xmlns:a16="http://schemas.microsoft.com/office/drawing/2014/main" id="{62F85AD0-29FD-482C-B1D2-3EA6667A38F4}"/>
              </a:ext>
            </a:extLst>
          </p:cNvPr>
          <p:cNvSpPr>
            <a:spLocks noGrp="1"/>
          </p:cNvSpPr>
          <p:nvPr>
            <p:ph type="body" sz="quarter" idx="49" hasCustomPrompt="1"/>
          </p:nvPr>
        </p:nvSpPr>
        <p:spPr>
          <a:xfrm>
            <a:off x="6146801" y="3478213"/>
            <a:ext cx="923925" cy="1994467"/>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2763980793"/>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 Layout 5">
    <p:bg>
      <p:bgPr>
        <a:solidFill>
          <a:schemeClr val="bg1"/>
        </a:solidFill>
        <a:effectLst/>
      </p:bgPr>
    </p:bg>
    <p:spTree>
      <p:nvGrpSpPr>
        <p:cNvPr id="1" name=""/>
        <p:cNvGrpSpPr/>
        <p:nvPr/>
      </p:nvGrpSpPr>
      <p:grpSpPr>
        <a:xfrm>
          <a:off x="0" y="0"/>
          <a:ext cx="0" cy="0"/>
          <a:chOff x="0" y="0"/>
          <a:chExt cx="0" cy="0"/>
        </a:xfrm>
      </p:grpSpPr>
      <p:sp>
        <p:nvSpPr>
          <p:cNvPr id="11" name="Picture Placeholder 11">
            <a:extLst>
              <a:ext uri="{FF2B5EF4-FFF2-40B4-BE49-F238E27FC236}">
                <a16:creationId xmlns:a16="http://schemas.microsoft.com/office/drawing/2014/main" id="{2FE7B96D-3E01-4CC1-BFAB-8F8BE9501B96}"/>
              </a:ext>
            </a:extLst>
          </p:cNvPr>
          <p:cNvSpPr>
            <a:spLocks noGrp="1"/>
          </p:cNvSpPr>
          <p:nvPr>
            <p:ph type="pic" sz="quarter" idx="17"/>
          </p:nvPr>
        </p:nvSpPr>
        <p:spPr>
          <a:xfrm>
            <a:off x="6146800" y="473076"/>
            <a:ext cx="5532439" cy="3527423"/>
          </a:xfrm>
          <a:noFill/>
        </p:spPr>
        <p:txBody>
          <a:bodyPr/>
          <a:lstStyle/>
          <a:p>
            <a:r>
              <a:rPr lang="en-US"/>
              <a:t>Click icon to add picture</a:t>
            </a:r>
            <a:endParaRPr lang="en-GB"/>
          </a:p>
        </p:txBody>
      </p:sp>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511887" y="473076"/>
            <a:ext cx="5533312" cy="3527423"/>
          </a:xfrm>
          <a:noFill/>
        </p:spPr>
        <p:txBody>
          <a:bodyPr/>
          <a:lstStyle/>
          <a:p>
            <a:r>
              <a:rPr lang="en-US"/>
              <a:t>Click icon to add picture</a:t>
            </a:r>
            <a:endParaRPr lang="en-GB"/>
          </a:p>
        </p:txBody>
      </p:sp>
      <p:sp>
        <p:nvSpPr>
          <p:cNvPr id="6" name="Text Placeholder 4">
            <a:extLst>
              <a:ext uri="{FF2B5EF4-FFF2-40B4-BE49-F238E27FC236}">
                <a16:creationId xmlns:a16="http://schemas.microsoft.com/office/drawing/2014/main" id="{901509A3-A658-4993-9C4C-2DBC3C44FE16}"/>
              </a:ext>
            </a:extLst>
          </p:cNvPr>
          <p:cNvSpPr>
            <a:spLocks noGrp="1"/>
          </p:cNvSpPr>
          <p:nvPr>
            <p:ph type="body" sz="quarter" idx="46" hasCustomPrompt="1"/>
          </p:nvPr>
        </p:nvSpPr>
        <p:spPr>
          <a:xfrm>
            <a:off x="511175" y="4727575"/>
            <a:ext cx="1435099" cy="1654175"/>
          </a:xfrm>
        </p:spPr>
        <p:txBody>
          <a:bodyPr anchor="b"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7" name="Text Placeholder 4">
            <a:extLst>
              <a:ext uri="{FF2B5EF4-FFF2-40B4-BE49-F238E27FC236}">
                <a16:creationId xmlns:a16="http://schemas.microsoft.com/office/drawing/2014/main" id="{2919DDE0-8443-429D-AC9F-87951D57DB61}"/>
              </a:ext>
            </a:extLst>
          </p:cNvPr>
          <p:cNvSpPr>
            <a:spLocks noGrp="1"/>
          </p:cNvSpPr>
          <p:nvPr>
            <p:ph type="body" sz="quarter" idx="47" hasCustomPrompt="1"/>
          </p:nvPr>
        </p:nvSpPr>
        <p:spPr>
          <a:xfrm>
            <a:off x="6146800" y="4727575"/>
            <a:ext cx="1435099" cy="1654175"/>
          </a:xfrm>
        </p:spPr>
        <p:txBody>
          <a:bodyPr anchor="b"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184698040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399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to Layout 6">
    <p:bg>
      <p:bgPr>
        <a:solidFill>
          <a:schemeClr val="bg1"/>
        </a:solidFill>
        <a:effectLst/>
      </p:bgPr>
    </p:bg>
    <p:spTree>
      <p:nvGrpSpPr>
        <p:cNvPr id="1" name=""/>
        <p:cNvGrpSpPr/>
        <p:nvPr/>
      </p:nvGrpSpPr>
      <p:grpSpPr>
        <a:xfrm>
          <a:off x="0" y="0"/>
          <a:ext cx="0" cy="0"/>
          <a:chOff x="0" y="0"/>
          <a:chExt cx="0" cy="0"/>
        </a:xfrm>
      </p:grpSpPr>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2560639" y="476250"/>
            <a:ext cx="9120185" cy="5905500"/>
          </a:xfrm>
          <a:noFill/>
        </p:spPr>
        <p:txBody>
          <a:bodyPr/>
          <a:lstStyle/>
          <a:p>
            <a:r>
              <a:rPr lang="en-US"/>
              <a:t>Click icon to add picture</a:t>
            </a:r>
            <a:endParaRPr lang="en-GB"/>
          </a:p>
        </p:txBody>
      </p:sp>
      <p:sp>
        <p:nvSpPr>
          <p:cNvPr id="4" name="Text Placeholder 4">
            <a:extLst>
              <a:ext uri="{FF2B5EF4-FFF2-40B4-BE49-F238E27FC236}">
                <a16:creationId xmlns:a16="http://schemas.microsoft.com/office/drawing/2014/main" id="{27D1A7DF-6AF0-4FA0-B758-207093F6E22F}"/>
              </a:ext>
            </a:extLst>
          </p:cNvPr>
          <p:cNvSpPr>
            <a:spLocks noGrp="1"/>
          </p:cNvSpPr>
          <p:nvPr>
            <p:ph type="body" sz="quarter" idx="46" hasCustomPrompt="1"/>
          </p:nvPr>
        </p:nvSpPr>
        <p:spPr>
          <a:xfrm>
            <a:off x="511176" y="1601788"/>
            <a:ext cx="1435099" cy="4779963"/>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124607012"/>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to Layout 7">
    <p:bg>
      <p:bgPr>
        <a:solidFill>
          <a:schemeClr val="bg1"/>
        </a:solidFill>
        <a:effectLst/>
      </p:bgPr>
    </p:bg>
    <p:spTree>
      <p:nvGrpSpPr>
        <p:cNvPr id="1" name=""/>
        <p:cNvGrpSpPr/>
        <p:nvPr/>
      </p:nvGrpSpPr>
      <p:grpSpPr>
        <a:xfrm>
          <a:off x="0" y="0"/>
          <a:ext cx="0" cy="0"/>
          <a:chOff x="0" y="0"/>
          <a:chExt cx="0" cy="0"/>
        </a:xfrm>
      </p:grpSpPr>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511887" y="473076"/>
            <a:ext cx="3996613" cy="5908674"/>
          </a:xfrm>
          <a:noFill/>
        </p:spPr>
        <p:txBody>
          <a:bodyPr/>
          <a:lstStyle/>
          <a:p>
            <a:r>
              <a:rPr lang="en-US"/>
              <a:t>Click icon to add picture</a:t>
            </a:r>
            <a:endParaRPr lang="en-GB"/>
          </a:p>
        </p:txBody>
      </p:sp>
      <p:sp>
        <p:nvSpPr>
          <p:cNvPr id="11" name="Picture Placeholder 11">
            <a:extLst>
              <a:ext uri="{FF2B5EF4-FFF2-40B4-BE49-F238E27FC236}">
                <a16:creationId xmlns:a16="http://schemas.microsoft.com/office/drawing/2014/main" id="{2FE7B96D-3E01-4CC1-BFAB-8F8BE9501B96}"/>
              </a:ext>
            </a:extLst>
          </p:cNvPr>
          <p:cNvSpPr>
            <a:spLocks noGrp="1"/>
          </p:cNvSpPr>
          <p:nvPr>
            <p:ph type="pic" sz="quarter" idx="17"/>
          </p:nvPr>
        </p:nvSpPr>
        <p:spPr>
          <a:xfrm>
            <a:off x="7683500" y="473076"/>
            <a:ext cx="3995739" cy="5908674"/>
          </a:xfrm>
          <a:noFill/>
        </p:spPr>
        <p:txBody>
          <a:bodyPr/>
          <a:lstStyle/>
          <a:p>
            <a:r>
              <a:rPr lang="en-US"/>
              <a:t>Click icon to add picture</a:t>
            </a:r>
            <a:endParaRPr lang="en-GB"/>
          </a:p>
        </p:txBody>
      </p:sp>
      <p:sp>
        <p:nvSpPr>
          <p:cNvPr id="7" name="Text Placeholder 4">
            <a:extLst>
              <a:ext uri="{FF2B5EF4-FFF2-40B4-BE49-F238E27FC236}">
                <a16:creationId xmlns:a16="http://schemas.microsoft.com/office/drawing/2014/main" id="{9DF644E5-D13B-40FB-8CB2-41552D3CACEF}"/>
              </a:ext>
            </a:extLst>
          </p:cNvPr>
          <p:cNvSpPr>
            <a:spLocks noGrp="1"/>
          </p:cNvSpPr>
          <p:nvPr>
            <p:ph type="body" sz="quarter" idx="46" hasCustomPrompt="1"/>
          </p:nvPr>
        </p:nvSpPr>
        <p:spPr>
          <a:xfrm>
            <a:off x="4610101" y="476250"/>
            <a:ext cx="1435099" cy="2115119"/>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9" name="Text Placeholder 4">
            <a:extLst>
              <a:ext uri="{FF2B5EF4-FFF2-40B4-BE49-F238E27FC236}">
                <a16:creationId xmlns:a16="http://schemas.microsoft.com/office/drawing/2014/main" id="{C7A8C07D-6B80-47C6-93CB-13BCF8E2A701}"/>
              </a:ext>
            </a:extLst>
          </p:cNvPr>
          <p:cNvSpPr>
            <a:spLocks noGrp="1"/>
          </p:cNvSpPr>
          <p:nvPr>
            <p:ph type="body" sz="quarter" idx="47" hasCustomPrompt="1"/>
          </p:nvPr>
        </p:nvSpPr>
        <p:spPr>
          <a:xfrm>
            <a:off x="6146801" y="473077"/>
            <a:ext cx="1435099" cy="2115119"/>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270524211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hoto Layout 8">
    <p:bg>
      <p:bgPr>
        <a:solidFill>
          <a:schemeClr val="bg1"/>
        </a:solidFill>
        <a:effectLst/>
      </p:bgPr>
    </p:bg>
    <p:spTree>
      <p:nvGrpSpPr>
        <p:cNvPr id="1" name=""/>
        <p:cNvGrpSpPr/>
        <p:nvPr/>
      </p:nvGrpSpPr>
      <p:grpSpPr>
        <a:xfrm>
          <a:off x="0" y="0"/>
          <a:ext cx="0" cy="0"/>
          <a:chOff x="0" y="0"/>
          <a:chExt cx="0" cy="0"/>
        </a:xfrm>
      </p:grpSpPr>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511888" y="2227262"/>
            <a:ext cx="2971088" cy="4154487"/>
          </a:xfrm>
          <a:noFill/>
        </p:spPr>
        <p:txBody>
          <a:bodyPr/>
          <a:lstStyle/>
          <a:p>
            <a:r>
              <a:rPr lang="en-US"/>
              <a:t>Click icon to add picture</a:t>
            </a:r>
            <a:endParaRPr lang="en-GB"/>
          </a:p>
        </p:txBody>
      </p:sp>
      <p:sp>
        <p:nvSpPr>
          <p:cNvPr id="9" name="Picture Placeholder 11">
            <a:extLst>
              <a:ext uri="{FF2B5EF4-FFF2-40B4-BE49-F238E27FC236}">
                <a16:creationId xmlns:a16="http://schemas.microsoft.com/office/drawing/2014/main" id="{DDD672F2-9FBA-4686-9A16-79DF51FB6945}"/>
              </a:ext>
            </a:extLst>
          </p:cNvPr>
          <p:cNvSpPr>
            <a:spLocks noGrp="1"/>
          </p:cNvSpPr>
          <p:nvPr>
            <p:ph type="pic" sz="quarter" idx="17"/>
          </p:nvPr>
        </p:nvSpPr>
        <p:spPr>
          <a:xfrm>
            <a:off x="4610100" y="2227261"/>
            <a:ext cx="2971088" cy="4154487"/>
          </a:xfrm>
          <a:noFill/>
        </p:spPr>
        <p:txBody>
          <a:bodyPr/>
          <a:lstStyle/>
          <a:p>
            <a:r>
              <a:rPr lang="en-US"/>
              <a:t>Click icon to add picture</a:t>
            </a:r>
            <a:endParaRPr lang="en-GB"/>
          </a:p>
        </p:txBody>
      </p:sp>
      <p:sp>
        <p:nvSpPr>
          <p:cNvPr id="12" name="Picture Placeholder 11">
            <a:extLst>
              <a:ext uri="{FF2B5EF4-FFF2-40B4-BE49-F238E27FC236}">
                <a16:creationId xmlns:a16="http://schemas.microsoft.com/office/drawing/2014/main" id="{6F61EF0A-8867-40FC-BAA6-AD52003D7277}"/>
              </a:ext>
            </a:extLst>
          </p:cNvPr>
          <p:cNvSpPr>
            <a:spLocks noGrp="1"/>
          </p:cNvSpPr>
          <p:nvPr>
            <p:ph type="pic" sz="quarter" idx="18"/>
          </p:nvPr>
        </p:nvSpPr>
        <p:spPr>
          <a:xfrm>
            <a:off x="8709024" y="2227263"/>
            <a:ext cx="2971088" cy="4154487"/>
          </a:xfrm>
          <a:noFill/>
        </p:spPr>
        <p:txBody>
          <a:bodyPr/>
          <a:lstStyle/>
          <a:p>
            <a:r>
              <a:rPr lang="en-US"/>
              <a:t>Click icon to add picture</a:t>
            </a:r>
            <a:endParaRPr lang="en-GB"/>
          </a:p>
        </p:txBody>
      </p:sp>
      <p:sp>
        <p:nvSpPr>
          <p:cNvPr id="11" name="Text Placeholder 4">
            <a:extLst>
              <a:ext uri="{FF2B5EF4-FFF2-40B4-BE49-F238E27FC236}">
                <a16:creationId xmlns:a16="http://schemas.microsoft.com/office/drawing/2014/main" id="{26D1CBF1-5A33-4889-9B08-801B39DA67F1}"/>
              </a:ext>
            </a:extLst>
          </p:cNvPr>
          <p:cNvSpPr>
            <a:spLocks noGrp="1"/>
          </p:cNvSpPr>
          <p:nvPr>
            <p:ph type="body" sz="quarter" idx="46" hasCustomPrompt="1"/>
          </p:nvPr>
        </p:nvSpPr>
        <p:spPr>
          <a:xfrm>
            <a:off x="511888" y="490842"/>
            <a:ext cx="1435099" cy="1634821"/>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13" name="Text Placeholder 4">
            <a:extLst>
              <a:ext uri="{FF2B5EF4-FFF2-40B4-BE49-F238E27FC236}">
                <a16:creationId xmlns:a16="http://schemas.microsoft.com/office/drawing/2014/main" id="{423F64C4-BF51-4158-AF82-C62500235309}"/>
              </a:ext>
            </a:extLst>
          </p:cNvPr>
          <p:cNvSpPr>
            <a:spLocks noGrp="1"/>
          </p:cNvSpPr>
          <p:nvPr>
            <p:ph type="body" sz="quarter" idx="47" hasCustomPrompt="1"/>
          </p:nvPr>
        </p:nvSpPr>
        <p:spPr>
          <a:xfrm>
            <a:off x="4610100" y="487670"/>
            <a:ext cx="1435099" cy="1634821"/>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15" name="Text Placeholder 4">
            <a:extLst>
              <a:ext uri="{FF2B5EF4-FFF2-40B4-BE49-F238E27FC236}">
                <a16:creationId xmlns:a16="http://schemas.microsoft.com/office/drawing/2014/main" id="{E9BEF8A3-F6B3-45D4-B4FF-C44C4332E8D8}"/>
              </a:ext>
            </a:extLst>
          </p:cNvPr>
          <p:cNvSpPr>
            <a:spLocks noGrp="1"/>
          </p:cNvSpPr>
          <p:nvPr>
            <p:ph type="body" sz="quarter" idx="48" hasCustomPrompt="1"/>
          </p:nvPr>
        </p:nvSpPr>
        <p:spPr>
          <a:xfrm>
            <a:off x="8709024" y="487670"/>
            <a:ext cx="1435099" cy="1634821"/>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1813743184"/>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Layout 9">
    <p:bg>
      <p:bgPr>
        <a:solidFill>
          <a:schemeClr val="bg1"/>
        </a:solidFill>
        <a:effectLst/>
      </p:bgPr>
    </p:bg>
    <p:spTree>
      <p:nvGrpSpPr>
        <p:cNvPr id="1" name=""/>
        <p:cNvGrpSpPr/>
        <p:nvPr/>
      </p:nvGrpSpPr>
      <p:grpSpPr>
        <a:xfrm>
          <a:off x="0" y="0"/>
          <a:ext cx="0" cy="0"/>
          <a:chOff x="0" y="0"/>
          <a:chExt cx="0" cy="0"/>
        </a:xfrm>
      </p:grpSpPr>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511888" y="2227262"/>
            <a:ext cx="2971088" cy="1773237"/>
          </a:xfrm>
          <a:noFill/>
        </p:spPr>
        <p:txBody>
          <a:bodyPr/>
          <a:lstStyle>
            <a:lvl1pPr>
              <a:spcBef>
                <a:spcPts val="300"/>
              </a:spcBef>
              <a:defRPr/>
            </a:lvl1pPr>
          </a:lstStyle>
          <a:p>
            <a:r>
              <a:rPr lang="en-US"/>
              <a:t>Click icon to add picture</a:t>
            </a:r>
            <a:endParaRPr lang="en-GB"/>
          </a:p>
        </p:txBody>
      </p:sp>
      <p:sp>
        <p:nvSpPr>
          <p:cNvPr id="9" name="Picture Placeholder 11">
            <a:extLst>
              <a:ext uri="{FF2B5EF4-FFF2-40B4-BE49-F238E27FC236}">
                <a16:creationId xmlns:a16="http://schemas.microsoft.com/office/drawing/2014/main" id="{DDD672F2-9FBA-4686-9A16-79DF51FB6945}"/>
              </a:ext>
            </a:extLst>
          </p:cNvPr>
          <p:cNvSpPr>
            <a:spLocks noGrp="1"/>
          </p:cNvSpPr>
          <p:nvPr>
            <p:ph type="pic" sz="quarter" idx="17"/>
          </p:nvPr>
        </p:nvSpPr>
        <p:spPr>
          <a:xfrm>
            <a:off x="4610100" y="2227261"/>
            <a:ext cx="2971088" cy="1773237"/>
          </a:xfrm>
          <a:noFill/>
        </p:spPr>
        <p:txBody>
          <a:bodyPr/>
          <a:lstStyle/>
          <a:p>
            <a:r>
              <a:rPr lang="en-US"/>
              <a:t>Click icon to add picture</a:t>
            </a:r>
            <a:endParaRPr lang="en-GB"/>
          </a:p>
        </p:txBody>
      </p:sp>
      <p:sp>
        <p:nvSpPr>
          <p:cNvPr id="12" name="Picture Placeholder 11">
            <a:extLst>
              <a:ext uri="{FF2B5EF4-FFF2-40B4-BE49-F238E27FC236}">
                <a16:creationId xmlns:a16="http://schemas.microsoft.com/office/drawing/2014/main" id="{6F61EF0A-8867-40FC-BAA6-AD52003D7277}"/>
              </a:ext>
            </a:extLst>
          </p:cNvPr>
          <p:cNvSpPr>
            <a:spLocks noGrp="1"/>
          </p:cNvSpPr>
          <p:nvPr>
            <p:ph type="pic" sz="quarter" idx="18"/>
          </p:nvPr>
        </p:nvSpPr>
        <p:spPr>
          <a:xfrm>
            <a:off x="8709024" y="2227263"/>
            <a:ext cx="2971088" cy="1773237"/>
          </a:xfrm>
          <a:noFill/>
        </p:spPr>
        <p:txBody>
          <a:bodyPr/>
          <a:lstStyle/>
          <a:p>
            <a:r>
              <a:rPr lang="en-US"/>
              <a:t>Click icon to add picture</a:t>
            </a:r>
            <a:endParaRPr lang="en-GB"/>
          </a:p>
        </p:txBody>
      </p:sp>
      <p:sp>
        <p:nvSpPr>
          <p:cNvPr id="11" name="Text Placeholder 4">
            <a:extLst>
              <a:ext uri="{FF2B5EF4-FFF2-40B4-BE49-F238E27FC236}">
                <a16:creationId xmlns:a16="http://schemas.microsoft.com/office/drawing/2014/main" id="{3E3C9598-FD7F-4841-A8DD-4EFE52C337CA}"/>
              </a:ext>
            </a:extLst>
          </p:cNvPr>
          <p:cNvSpPr>
            <a:spLocks noGrp="1"/>
          </p:cNvSpPr>
          <p:nvPr>
            <p:ph type="body" sz="quarter" idx="46" hasCustomPrompt="1"/>
          </p:nvPr>
        </p:nvSpPr>
        <p:spPr>
          <a:xfrm>
            <a:off x="511888" y="490842"/>
            <a:ext cx="1435099" cy="1634821"/>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13" name="Text Placeholder 4">
            <a:extLst>
              <a:ext uri="{FF2B5EF4-FFF2-40B4-BE49-F238E27FC236}">
                <a16:creationId xmlns:a16="http://schemas.microsoft.com/office/drawing/2014/main" id="{EA1B8B5E-61D4-45DD-951A-F3EFD33C3803}"/>
              </a:ext>
            </a:extLst>
          </p:cNvPr>
          <p:cNvSpPr>
            <a:spLocks noGrp="1"/>
          </p:cNvSpPr>
          <p:nvPr>
            <p:ph type="body" sz="quarter" idx="47" hasCustomPrompt="1"/>
          </p:nvPr>
        </p:nvSpPr>
        <p:spPr>
          <a:xfrm>
            <a:off x="4610100" y="487670"/>
            <a:ext cx="1435099" cy="1634821"/>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
        <p:nvSpPr>
          <p:cNvPr id="15" name="Text Placeholder 4">
            <a:extLst>
              <a:ext uri="{FF2B5EF4-FFF2-40B4-BE49-F238E27FC236}">
                <a16:creationId xmlns:a16="http://schemas.microsoft.com/office/drawing/2014/main" id="{4A907C8E-28C1-4C6A-AE41-93CC67982A09}"/>
              </a:ext>
            </a:extLst>
          </p:cNvPr>
          <p:cNvSpPr>
            <a:spLocks noGrp="1"/>
          </p:cNvSpPr>
          <p:nvPr>
            <p:ph type="body" sz="quarter" idx="48" hasCustomPrompt="1"/>
          </p:nvPr>
        </p:nvSpPr>
        <p:spPr>
          <a:xfrm>
            <a:off x="8709024" y="487670"/>
            <a:ext cx="1435099" cy="1634821"/>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Sub heading</a:t>
            </a:r>
          </a:p>
          <a:p>
            <a:pPr lvl="1"/>
            <a:r>
              <a:rPr lang="en-US"/>
              <a:t>Text</a:t>
            </a:r>
          </a:p>
        </p:txBody>
      </p:sp>
    </p:spTree>
    <p:extLst>
      <p:ext uri="{BB962C8B-B14F-4D97-AF65-F5344CB8AC3E}">
        <p14:creationId xmlns:p14="http://schemas.microsoft.com/office/powerpoint/2010/main" val="2798049164"/>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 Dark Photo Layout 1">
    <p:bg>
      <p:bgPr>
        <a:solidFill>
          <a:srgbClr val="012A2C"/>
        </a:solidFill>
        <a:effectLst/>
      </p:bgPr>
    </p:bg>
    <p:spTree>
      <p:nvGrpSpPr>
        <p:cNvPr id="1" name=""/>
        <p:cNvGrpSpPr/>
        <p:nvPr/>
      </p:nvGrpSpPr>
      <p:grpSpPr>
        <a:xfrm>
          <a:off x="0" y="0"/>
          <a:ext cx="0" cy="0"/>
          <a:chOff x="0" y="0"/>
          <a:chExt cx="0" cy="0"/>
        </a:xfrm>
      </p:grpSpPr>
      <p:sp>
        <p:nvSpPr>
          <p:cNvPr id="5" name="Picture Placeholder 11">
            <a:extLst>
              <a:ext uri="{FF2B5EF4-FFF2-40B4-BE49-F238E27FC236}">
                <a16:creationId xmlns:a16="http://schemas.microsoft.com/office/drawing/2014/main" id="{8309D712-B377-474B-A408-4582377100CE}"/>
              </a:ext>
            </a:extLst>
          </p:cNvPr>
          <p:cNvSpPr>
            <a:spLocks noGrp="1"/>
          </p:cNvSpPr>
          <p:nvPr>
            <p:ph type="pic" sz="quarter" idx="11"/>
          </p:nvPr>
        </p:nvSpPr>
        <p:spPr>
          <a:xfrm>
            <a:off x="511175" y="476250"/>
            <a:ext cx="9118600" cy="5905500"/>
          </a:xfrm>
          <a:noFill/>
        </p:spPr>
        <p:txBody>
          <a:bodyPr/>
          <a:lstStyle>
            <a:lvl1pPr>
              <a:defRPr>
                <a:solidFill>
                  <a:schemeClr val="bg1"/>
                </a:solidFill>
              </a:defRPr>
            </a:lvl1pPr>
          </a:lstStyle>
          <a:p>
            <a:r>
              <a:rPr lang="en-US"/>
              <a:t>Click icon to add picture</a:t>
            </a:r>
            <a:endParaRPr lang="en-GB"/>
          </a:p>
        </p:txBody>
      </p:sp>
      <p:sp>
        <p:nvSpPr>
          <p:cNvPr id="7" name="TextBox 6">
            <a:extLst>
              <a:ext uri="{FF2B5EF4-FFF2-40B4-BE49-F238E27FC236}">
                <a16:creationId xmlns:a16="http://schemas.microsoft.com/office/drawing/2014/main" id="{5CD241F3-60CE-4110-88EB-299D0913C1E5}"/>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8" name="TextBox 7">
            <a:extLst>
              <a:ext uri="{FF2B5EF4-FFF2-40B4-BE49-F238E27FC236}">
                <a16:creationId xmlns:a16="http://schemas.microsoft.com/office/drawing/2014/main" id="{F7587771-187C-4193-A7C6-4048D0A0A5D4}"/>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9" name="Text Placeholder 4">
            <a:extLst>
              <a:ext uri="{FF2B5EF4-FFF2-40B4-BE49-F238E27FC236}">
                <a16:creationId xmlns:a16="http://schemas.microsoft.com/office/drawing/2014/main" id="{03CE757A-9FF7-44F2-9D9C-FE02395E819D}"/>
              </a:ext>
            </a:extLst>
          </p:cNvPr>
          <p:cNvSpPr>
            <a:spLocks noGrp="1"/>
          </p:cNvSpPr>
          <p:nvPr>
            <p:ph type="body" sz="quarter" idx="46" hasCustomPrompt="1"/>
          </p:nvPr>
        </p:nvSpPr>
        <p:spPr>
          <a:xfrm>
            <a:off x="10244138" y="4266631"/>
            <a:ext cx="1435100" cy="2115119"/>
          </a:xfrm>
        </p:spPr>
        <p:txBody>
          <a:bodyPr anchor="b"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Tree>
    <p:extLst>
      <p:ext uri="{BB962C8B-B14F-4D97-AF65-F5344CB8AC3E}">
        <p14:creationId xmlns:p14="http://schemas.microsoft.com/office/powerpoint/2010/main" val="2109291652"/>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ark Photo Layout 2">
    <p:bg>
      <p:bgPr>
        <a:solidFill>
          <a:srgbClr val="012A2C"/>
        </a:solidFill>
        <a:effectLst/>
      </p:bgPr>
    </p:bg>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C073FC8F-6DFD-4BD3-9E2B-3B5872A8D397}"/>
              </a:ext>
            </a:extLst>
          </p:cNvPr>
          <p:cNvSpPr>
            <a:spLocks noGrp="1"/>
          </p:cNvSpPr>
          <p:nvPr>
            <p:ph type="pic" sz="quarter" idx="13"/>
          </p:nvPr>
        </p:nvSpPr>
        <p:spPr>
          <a:xfrm>
            <a:off x="6657974" y="0"/>
            <a:ext cx="5534025" cy="6858000"/>
          </a:xfrm>
          <a:noFill/>
        </p:spPr>
        <p:txBody>
          <a:bodyPr/>
          <a:lstStyle>
            <a:lvl1pPr>
              <a:defRPr>
                <a:solidFill>
                  <a:schemeClr val="bg1"/>
                </a:solidFill>
              </a:defRPr>
            </a:lvl1pPr>
          </a:lstStyle>
          <a:p>
            <a:r>
              <a:rPr lang="en-US"/>
              <a:t>Click icon to add picture</a:t>
            </a:r>
            <a:endParaRPr lang="en-GB"/>
          </a:p>
        </p:txBody>
      </p:sp>
      <p:sp>
        <p:nvSpPr>
          <p:cNvPr id="5" name="Picture Placeholder 11">
            <a:extLst>
              <a:ext uri="{FF2B5EF4-FFF2-40B4-BE49-F238E27FC236}">
                <a16:creationId xmlns:a16="http://schemas.microsoft.com/office/drawing/2014/main" id="{8309D712-B377-474B-A408-4582377100CE}"/>
              </a:ext>
            </a:extLst>
          </p:cNvPr>
          <p:cNvSpPr>
            <a:spLocks noGrp="1"/>
          </p:cNvSpPr>
          <p:nvPr>
            <p:ph type="pic" sz="quarter" idx="11"/>
          </p:nvPr>
        </p:nvSpPr>
        <p:spPr>
          <a:xfrm>
            <a:off x="511175" y="2227262"/>
            <a:ext cx="2971800" cy="4154487"/>
          </a:xfrm>
          <a:noFill/>
        </p:spPr>
        <p:txBody>
          <a:bodyPr/>
          <a:lstStyle>
            <a:lvl1pPr>
              <a:defRPr>
                <a:solidFill>
                  <a:schemeClr val="bg1"/>
                </a:solidFill>
              </a:defRPr>
            </a:lvl1pPr>
          </a:lstStyle>
          <a:p>
            <a:r>
              <a:rPr lang="en-US"/>
              <a:t>Click icon to add picture</a:t>
            </a:r>
            <a:endParaRPr lang="en-GB"/>
          </a:p>
        </p:txBody>
      </p:sp>
      <p:sp>
        <p:nvSpPr>
          <p:cNvPr id="8" name="TextBox 7">
            <a:extLst>
              <a:ext uri="{FF2B5EF4-FFF2-40B4-BE49-F238E27FC236}">
                <a16:creationId xmlns:a16="http://schemas.microsoft.com/office/drawing/2014/main" id="{404260AD-F825-4A97-9318-1A4EA5DFE23D}"/>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1" name="TextBox 10">
            <a:extLst>
              <a:ext uri="{FF2B5EF4-FFF2-40B4-BE49-F238E27FC236}">
                <a16:creationId xmlns:a16="http://schemas.microsoft.com/office/drawing/2014/main" id="{15A9BB28-24D8-45EF-A4CB-4555A5464A55}"/>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12" name="Text Placeholder 4">
            <a:extLst>
              <a:ext uri="{FF2B5EF4-FFF2-40B4-BE49-F238E27FC236}">
                <a16:creationId xmlns:a16="http://schemas.microsoft.com/office/drawing/2014/main" id="{0B15115C-9B3E-4A3B-B205-49092ADDC93B}"/>
              </a:ext>
            </a:extLst>
          </p:cNvPr>
          <p:cNvSpPr>
            <a:spLocks noGrp="1"/>
          </p:cNvSpPr>
          <p:nvPr>
            <p:ph type="body" sz="quarter" idx="46" hasCustomPrompt="1"/>
          </p:nvPr>
        </p:nvSpPr>
        <p:spPr>
          <a:xfrm>
            <a:off x="511175" y="359952"/>
            <a:ext cx="1435100" cy="176571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3" name="Text Placeholder 4">
            <a:extLst>
              <a:ext uri="{FF2B5EF4-FFF2-40B4-BE49-F238E27FC236}">
                <a16:creationId xmlns:a16="http://schemas.microsoft.com/office/drawing/2014/main" id="{1DF14802-686C-4333-8F0A-549FB1835D06}"/>
              </a:ext>
            </a:extLst>
          </p:cNvPr>
          <p:cNvSpPr>
            <a:spLocks noGrp="1"/>
          </p:cNvSpPr>
          <p:nvPr>
            <p:ph type="body" sz="quarter" idx="47" hasCustomPrompt="1"/>
          </p:nvPr>
        </p:nvSpPr>
        <p:spPr>
          <a:xfrm>
            <a:off x="2055813" y="359952"/>
            <a:ext cx="1435100" cy="176571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Tree>
    <p:extLst>
      <p:ext uri="{BB962C8B-B14F-4D97-AF65-F5344CB8AC3E}">
        <p14:creationId xmlns:p14="http://schemas.microsoft.com/office/powerpoint/2010/main" val="1530672769"/>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ark Photo Layout 3">
    <p:bg>
      <p:bgPr>
        <a:solidFill>
          <a:srgbClr val="012A2C"/>
        </a:solidFill>
        <a:effectLst/>
      </p:bgPr>
    </p:bg>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C073FC8F-6DFD-4BD3-9E2B-3B5872A8D397}"/>
              </a:ext>
            </a:extLst>
          </p:cNvPr>
          <p:cNvSpPr>
            <a:spLocks noGrp="1"/>
          </p:cNvSpPr>
          <p:nvPr>
            <p:ph type="pic" sz="quarter" idx="13"/>
          </p:nvPr>
        </p:nvSpPr>
        <p:spPr>
          <a:xfrm>
            <a:off x="6146801" y="2852738"/>
            <a:ext cx="5532438" cy="3529011"/>
          </a:xfrm>
          <a:noFill/>
        </p:spPr>
        <p:txBody>
          <a:bodyPr/>
          <a:lstStyle>
            <a:lvl1pPr>
              <a:defRPr>
                <a:solidFill>
                  <a:schemeClr val="bg1"/>
                </a:solidFill>
              </a:defRPr>
            </a:lvl1pPr>
          </a:lstStyle>
          <a:p>
            <a:r>
              <a:rPr lang="en-US"/>
              <a:t>Click icon to add picture</a:t>
            </a:r>
            <a:endParaRPr lang="en-GB"/>
          </a:p>
        </p:txBody>
      </p:sp>
      <p:sp>
        <p:nvSpPr>
          <p:cNvPr id="5" name="Picture Placeholder 11">
            <a:extLst>
              <a:ext uri="{FF2B5EF4-FFF2-40B4-BE49-F238E27FC236}">
                <a16:creationId xmlns:a16="http://schemas.microsoft.com/office/drawing/2014/main" id="{8309D712-B377-474B-A408-4582377100CE}"/>
              </a:ext>
            </a:extLst>
          </p:cNvPr>
          <p:cNvSpPr>
            <a:spLocks noGrp="1"/>
          </p:cNvSpPr>
          <p:nvPr>
            <p:ph type="pic" sz="quarter" idx="11"/>
          </p:nvPr>
        </p:nvSpPr>
        <p:spPr>
          <a:xfrm>
            <a:off x="511174" y="2852738"/>
            <a:ext cx="5534025" cy="3529011"/>
          </a:xfrm>
          <a:noFill/>
        </p:spPr>
        <p:txBody>
          <a:bodyPr/>
          <a:lstStyle>
            <a:lvl1pPr>
              <a:defRPr>
                <a:solidFill>
                  <a:schemeClr val="bg1"/>
                </a:solidFill>
              </a:defRPr>
            </a:lvl1pPr>
          </a:lstStyle>
          <a:p>
            <a:r>
              <a:rPr lang="en-US"/>
              <a:t>Click icon to add picture</a:t>
            </a:r>
            <a:endParaRPr lang="en-GB"/>
          </a:p>
        </p:txBody>
      </p:sp>
      <p:sp>
        <p:nvSpPr>
          <p:cNvPr id="8" name="TextBox 7">
            <a:extLst>
              <a:ext uri="{FF2B5EF4-FFF2-40B4-BE49-F238E27FC236}">
                <a16:creationId xmlns:a16="http://schemas.microsoft.com/office/drawing/2014/main" id="{D96B89DD-E8F5-4148-A27B-822CC9F876FC}"/>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9" name="TextBox 8">
            <a:extLst>
              <a:ext uri="{FF2B5EF4-FFF2-40B4-BE49-F238E27FC236}">
                <a16:creationId xmlns:a16="http://schemas.microsoft.com/office/drawing/2014/main" id="{F85C3A88-4E32-488E-B4A3-0D05398A59A7}"/>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10" name="Text Placeholder 4">
            <a:extLst>
              <a:ext uri="{FF2B5EF4-FFF2-40B4-BE49-F238E27FC236}">
                <a16:creationId xmlns:a16="http://schemas.microsoft.com/office/drawing/2014/main" id="{82223531-0835-4F10-A8F4-08D6915B4B55}"/>
              </a:ext>
            </a:extLst>
          </p:cNvPr>
          <p:cNvSpPr>
            <a:spLocks noGrp="1"/>
          </p:cNvSpPr>
          <p:nvPr>
            <p:ph type="body" sz="quarter" idx="46" hasCustomPrompt="1"/>
          </p:nvPr>
        </p:nvSpPr>
        <p:spPr>
          <a:xfrm>
            <a:off x="511174" y="352425"/>
            <a:ext cx="1435100" cy="2115119"/>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3" name="Text Placeholder 4">
            <a:extLst>
              <a:ext uri="{FF2B5EF4-FFF2-40B4-BE49-F238E27FC236}">
                <a16:creationId xmlns:a16="http://schemas.microsoft.com/office/drawing/2014/main" id="{F304DE5E-9C0A-4544-8BCC-19CB74917D31}"/>
              </a:ext>
            </a:extLst>
          </p:cNvPr>
          <p:cNvSpPr>
            <a:spLocks noGrp="1"/>
          </p:cNvSpPr>
          <p:nvPr>
            <p:ph type="body" sz="quarter" idx="47" hasCustomPrompt="1"/>
          </p:nvPr>
        </p:nvSpPr>
        <p:spPr>
          <a:xfrm>
            <a:off x="6146800" y="352424"/>
            <a:ext cx="1435100" cy="2115119"/>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Tree>
    <p:extLst>
      <p:ext uri="{BB962C8B-B14F-4D97-AF65-F5344CB8AC3E}">
        <p14:creationId xmlns:p14="http://schemas.microsoft.com/office/powerpoint/2010/main" val="3934488956"/>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ark Photo Layout 4">
    <p:bg>
      <p:bgPr>
        <a:solidFill>
          <a:srgbClr val="012A2C"/>
        </a:solidFill>
        <a:effectLst/>
      </p:bgPr>
    </p:bg>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C073FC8F-6DFD-4BD3-9E2B-3B5872A8D397}"/>
              </a:ext>
            </a:extLst>
          </p:cNvPr>
          <p:cNvSpPr>
            <a:spLocks noGrp="1"/>
          </p:cNvSpPr>
          <p:nvPr>
            <p:ph type="pic" sz="quarter" idx="13"/>
          </p:nvPr>
        </p:nvSpPr>
        <p:spPr>
          <a:xfrm>
            <a:off x="7170737" y="3478213"/>
            <a:ext cx="4508501" cy="2903536"/>
          </a:xfrm>
          <a:noFill/>
        </p:spPr>
        <p:txBody>
          <a:bodyPr/>
          <a:lstStyle>
            <a:lvl1pPr>
              <a:defRPr>
                <a:solidFill>
                  <a:schemeClr val="bg1"/>
                </a:solidFill>
              </a:defRPr>
            </a:lvl1pPr>
          </a:lstStyle>
          <a:p>
            <a:r>
              <a:rPr lang="en-US"/>
              <a:t>Click icon to add picture</a:t>
            </a:r>
            <a:endParaRPr lang="en-GB"/>
          </a:p>
        </p:txBody>
      </p:sp>
      <p:sp>
        <p:nvSpPr>
          <p:cNvPr id="5" name="Picture Placeholder 11">
            <a:extLst>
              <a:ext uri="{FF2B5EF4-FFF2-40B4-BE49-F238E27FC236}">
                <a16:creationId xmlns:a16="http://schemas.microsoft.com/office/drawing/2014/main" id="{8309D712-B377-474B-A408-4582377100CE}"/>
              </a:ext>
            </a:extLst>
          </p:cNvPr>
          <p:cNvSpPr>
            <a:spLocks noGrp="1"/>
          </p:cNvSpPr>
          <p:nvPr>
            <p:ph type="pic" sz="quarter" idx="11"/>
          </p:nvPr>
        </p:nvSpPr>
        <p:spPr>
          <a:xfrm>
            <a:off x="511174" y="3478213"/>
            <a:ext cx="4508501" cy="2903536"/>
          </a:xfrm>
          <a:noFill/>
        </p:spPr>
        <p:txBody>
          <a:bodyPr/>
          <a:lstStyle>
            <a:lvl1pPr>
              <a:defRPr>
                <a:solidFill>
                  <a:schemeClr val="bg1"/>
                </a:solidFill>
              </a:defRPr>
            </a:lvl1pPr>
          </a:lstStyle>
          <a:p>
            <a:r>
              <a:rPr lang="en-US"/>
              <a:t>Click icon to add picture</a:t>
            </a:r>
            <a:endParaRPr lang="en-GB"/>
          </a:p>
        </p:txBody>
      </p:sp>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511887" y="473077"/>
            <a:ext cx="4508501" cy="2903536"/>
          </a:xfrm>
          <a:noFill/>
        </p:spPr>
        <p:txBody>
          <a:bodyPr/>
          <a:lstStyle>
            <a:lvl1pPr>
              <a:defRPr>
                <a:solidFill>
                  <a:schemeClr val="bg1"/>
                </a:solidFill>
              </a:defRPr>
            </a:lvl1pPr>
          </a:lstStyle>
          <a:p>
            <a:r>
              <a:rPr lang="en-US"/>
              <a:t>Click icon to add picture</a:t>
            </a:r>
            <a:endParaRPr lang="en-GB"/>
          </a:p>
        </p:txBody>
      </p:sp>
      <p:sp>
        <p:nvSpPr>
          <p:cNvPr id="11" name="Picture Placeholder 11">
            <a:extLst>
              <a:ext uri="{FF2B5EF4-FFF2-40B4-BE49-F238E27FC236}">
                <a16:creationId xmlns:a16="http://schemas.microsoft.com/office/drawing/2014/main" id="{2FE7B96D-3E01-4CC1-BFAB-8F8BE9501B96}"/>
              </a:ext>
            </a:extLst>
          </p:cNvPr>
          <p:cNvSpPr>
            <a:spLocks noGrp="1"/>
          </p:cNvSpPr>
          <p:nvPr>
            <p:ph type="pic" sz="quarter" idx="17"/>
          </p:nvPr>
        </p:nvSpPr>
        <p:spPr>
          <a:xfrm>
            <a:off x="7170738" y="473077"/>
            <a:ext cx="4508501" cy="2903536"/>
          </a:xfrm>
          <a:noFill/>
        </p:spPr>
        <p:txBody>
          <a:bodyPr/>
          <a:lstStyle>
            <a:lvl1pPr>
              <a:defRPr>
                <a:solidFill>
                  <a:schemeClr val="bg1"/>
                </a:solidFill>
              </a:defRPr>
            </a:lvl1pPr>
          </a:lstStyle>
          <a:p>
            <a:r>
              <a:rPr lang="en-US"/>
              <a:t>Click icon to add picture</a:t>
            </a:r>
            <a:endParaRPr lang="en-GB"/>
          </a:p>
        </p:txBody>
      </p:sp>
      <p:sp>
        <p:nvSpPr>
          <p:cNvPr id="12" name="TextBox 11">
            <a:extLst>
              <a:ext uri="{FF2B5EF4-FFF2-40B4-BE49-F238E27FC236}">
                <a16:creationId xmlns:a16="http://schemas.microsoft.com/office/drawing/2014/main" id="{1091ED0F-3BC7-49B3-B07E-D8929625665B}"/>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7" name="TextBox 16">
            <a:extLst>
              <a:ext uri="{FF2B5EF4-FFF2-40B4-BE49-F238E27FC236}">
                <a16:creationId xmlns:a16="http://schemas.microsoft.com/office/drawing/2014/main" id="{A53FC721-5C8E-4E16-BD6D-A85355F85579}"/>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18" name="Text Placeholder 4">
            <a:extLst>
              <a:ext uri="{FF2B5EF4-FFF2-40B4-BE49-F238E27FC236}">
                <a16:creationId xmlns:a16="http://schemas.microsoft.com/office/drawing/2014/main" id="{A7C546B8-74DE-4ECD-A1B7-F2C561FC39A2}"/>
              </a:ext>
            </a:extLst>
          </p:cNvPr>
          <p:cNvSpPr>
            <a:spLocks noGrp="1"/>
          </p:cNvSpPr>
          <p:nvPr>
            <p:ph type="body" sz="quarter" idx="46" hasCustomPrompt="1"/>
          </p:nvPr>
        </p:nvSpPr>
        <p:spPr>
          <a:xfrm>
            <a:off x="5120400" y="473077"/>
            <a:ext cx="924798" cy="227806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9" name="Text Placeholder 4">
            <a:extLst>
              <a:ext uri="{FF2B5EF4-FFF2-40B4-BE49-F238E27FC236}">
                <a16:creationId xmlns:a16="http://schemas.microsoft.com/office/drawing/2014/main" id="{A23B0301-17C0-4976-8FDA-A8478439C15C}"/>
              </a:ext>
            </a:extLst>
          </p:cNvPr>
          <p:cNvSpPr>
            <a:spLocks noGrp="1"/>
          </p:cNvSpPr>
          <p:nvPr>
            <p:ph type="body" sz="quarter" idx="47" hasCustomPrompt="1"/>
          </p:nvPr>
        </p:nvSpPr>
        <p:spPr>
          <a:xfrm>
            <a:off x="6146800" y="473077"/>
            <a:ext cx="924798" cy="227806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20" name="Text Placeholder 4">
            <a:extLst>
              <a:ext uri="{FF2B5EF4-FFF2-40B4-BE49-F238E27FC236}">
                <a16:creationId xmlns:a16="http://schemas.microsoft.com/office/drawing/2014/main" id="{6607C946-E1DE-405E-B405-5582801E5F67}"/>
              </a:ext>
            </a:extLst>
          </p:cNvPr>
          <p:cNvSpPr>
            <a:spLocks noGrp="1"/>
          </p:cNvSpPr>
          <p:nvPr>
            <p:ph type="body" sz="quarter" idx="48" hasCustomPrompt="1"/>
          </p:nvPr>
        </p:nvSpPr>
        <p:spPr>
          <a:xfrm>
            <a:off x="5120400" y="3486944"/>
            <a:ext cx="924798" cy="227806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21" name="Text Placeholder 4">
            <a:extLst>
              <a:ext uri="{FF2B5EF4-FFF2-40B4-BE49-F238E27FC236}">
                <a16:creationId xmlns:a16="http://schemas.microsoft.com/office/drawing/2014/main" id="{494FB285-90C2-4728-BB22-9D19DE3E381E}"/>
              </a:ext>
            </a:extLst>
          </p:cNvPr>
          <p:cNvSpPr>
            <a:spLocks noGrp="1"/>
          </p:cNvSpPr>
          <p:nvPr>
            <p:ph type="body" sz="quarter" idx="49" hasCustomPrompt="1"/>
          </p:nvPr>
        </p:nvSpPr>
        <p:spPr>
          <a:xfrm>
            <a:off x="6146800" y="3486944"/>
            <a:ext cx="924798" cy="227806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Tree>
    <p:extLst>
      <p:ext uri="{BB962C8B-B14F-4D97-AF65-F5344CB8AC3E}">
        <p14:creationId xmlns:p14="http://schemas.microsoft.com/office/powerpoint/2010/main" val="2790170323"/>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ark Photo Layout 5">
    <p:bg>
      <p:bgPr>
        <a:solidFill>
          <a:srgbClr val="012A2C"/>
        </a:solidFill>
        <a:effectLst/>
      </p:bgPr>
    </p:bg>
    <p:spTree>
      <p:nvGrpSpPr>
        <p:cNvPr id="1" name=""/>
        <p:cNvGrpSpPr/>
        <p:nvPr/>
      </p:nvGrpSpPr>
      <p:grpSpPr>
        <a:xfrm>
          <a:off x="0" y="0"/>
          <a:ext cx="0" cy="0"/>
          <a:chOff x="0" y="0"/>
          <a:chExt cx="0" cy="0"/>
        </a:xfrm>
      </p:grpSpPr>
      <p:sp>
        <p:nvSpPr>
          <p:cNvPr id="11" name="Picture Placeholder 11">
            <a:extLst>
              <a:ext uri="{FF2B5EF4-FFF2-40B4-BE49-F238E27FC236}">
                <a16:creationId xmlns:a16="http://schemas.microsoft.com/office/drawing/2014/main" id="{2FE7B96D-3E01-4CC1-BFAB-8F8BE9501B96}"/>
              </a:ext>
            </a:extLst>
          </p:cNvPr>
          <p:cNvSpPr>
            <a:spLocks noGrp="1"/>
          </p:cNvSpPr>
          <p:nvPr>
            <p:ph type="pic" sz="quarter" idx="17"/>
          </p:nvPr>
        </p:nvSpPr>
        <p:spPr>
          <a:xfrm>
            <a:off x="6146800" y="473076"/>
            <a:ext cx="5532439" cy="3527423"/>
          </a:xfrm>
          <a:noFill/>
        </p:spPr>
        <p:txBody>
          <a:bodyPr/>
          <a:lstStyle>
            <a:lvl1pPr>
              <a:defRPr>
                <a:solidFill>
                  <a:schemeClr val="bg1"/>
                </a:solidFill>
              </a:defRPr>
            </a:lvl1pPr>
          </a:lstStyle>
          <a:p>
            <a:r>
              <a:rPr lang="en-US"/>
              <a:t>Click icon to add picture</a:t>
            </a:r>
            <a:endParaRPr lang="en-GB"/>
          </a:p>
        </p:txBody>
      </p:sp>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511887" y="473076"/>
            <a:ext cx="5533312" cy="3527423"/>
          </a:xfrm>
          <a:noFill/>
        </p:spPr>
        <p:txBody>
          <a:bodyPr/>
          <a:lstStyle>
            <a:lvl1pPr>
              <a:defRPr>
                <a:solidFill>
                  <a:schemeClr val="bg1"/>
                </a:solidFill>
              </a:defRPr>
            </a:lvl1pPr>
          </a:lstStyle>
          <a:p>
            <a:r>
              <a:rPr lang="en-US"/>
              <a:t>Click icon to add picture</a:t>
            </a:r>
            <a:endParaRPr lang="en-GB"/>
          </a:p>
        </p:txBody>
      </p:sp>
      <p:sp>
        <p:nvSpPr>
          <p:cNvPr id="9" name="TextBox 8">
            <a:extLst>
              <a:ext uri="{FF2B5EF4-FFF2-40B4-BE49-F238E27FC236}">
                <a16:creationId xmlns:a16="http://schemas.microsoft.com/office/drawing/2014/main" id="{C5E880B8-CDA5-4157-B3C8-C42C9DDD99AD}"/>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2" name="TextBox 11">
            <a:extLst>
              <a:ext uri="{FF2B5EF4-FFF2-40B4-BE49-F238E27FC236}">
                <a16:creationId xmlns:a16="http://schemas.microsoft.com/office/drawing/2014/main" id="{508AA9BB-4F28-4661-AA8B-5633FA719E82}"/>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14" name="Text Placeholder 4">
            <a:extLst>
              <a:ext uri="{FF2B5EF4-FFF2-40B4-BE49-F238E27FC236}">
                <a16:creationId xmlns:a16="http://schemas.microsoft.com/office/drawing/2014/main" id="{DA9E4189-F086-4C58-8F91-D74C088E7F3B}"/>
              </a:ext>
            </a:extLst>
          </p:cNvPr>
          <p:cNvSpPr>
            <a:spLocks noGrp="1"/>
          </p:cNvSpPr>
          <p:nvPr>
            <p:ph type="body" sz="quarter" idx="46" hasCustomPrompt="1"/>
          </p:nvPr>
        </p:nvSpPr>
        <p:spPr>
          <a:xfrm>
            <a:off x="522594" y="4737895"/>
            <a:ext cx="1433205" cy="1643856"/>
          </a:xfrm>
        </p:spPr>
        <p:txBody>
          <a:bodyPr anchor="b"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5" name="Text Placeholder 4">
            <a:extLst>
              <a:ext uri="{FF2B5EF4-FFF2-40B4-BE49-F238E27FC236}">
                <a16:creationId xmlns:a16="http://schemas.microsoft.com/office/drawing/2014/main" id="{AE23BBFC-0DAE-45D8-8429-52EB8E0E5AA2}"/>
              </a:ext>
            </a:extLst>
          </p:cNvPr>
          <p:cNvSpPr>
            <a:spLocks noGrp="1"/>
          </p:cNvSpPr>
          <p:nvPr>
            <p:ph type="body" sz="quarter" idx="47" hasCustomPrompt="1"/>
          </p:nvPr>
        </p:nvSpPr>
        <p:spPr>
          <a:xfrm>
            <a:off x="6146799" y="4727574"/>
            <a:ext cx="1433205" cy="1643856"/>
          </a:xfrm>
        </p:spPr>
        <p:txBody>
          <a:bodyPr anchor="b"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Tree>
    <p:extLst>
      <p:ext uri="{BB962C8B-B14F-4D97-AF65-F5344CB8AC3E}">
        <p14:creationId xmlns:p14="http://schemas.microsoft.com/office/powerpoint/2010/main" val="1099146271"/>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ark Photo Layout 6">
    <p:bg>
      <p:bgPr>
        <a:solidFill>
          <a:srgbClr val="012A2C"/>
        </a:solidFill>
        <a:effectLst/>
      </p:bgPr>
    </p:bg>
    <p:spTree>
      <p:nvGrpSpPr>
        <p:cNvPr id="1" name=""/>
        <p:cNvGrpSpPr/>
        <p:nvPr/>
      </p:nvGrpSpPr>
      <p:grpSpPr>
        <a:xfrm>
          <a:off x="0" y="0"/>
          <a:ext cx="0" cy="0"/>
          <a:chOff x="0" y="0"/>
          <a:chExt cx="0" cy="0"/>
        </a:xfrm>
      </p:grpSpPr>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2560639" y="476250"/>
            <a:ext cx="9120185" cy="5905500"/>
          </a:xfrm>
          <a:noFill/>
        </p:spPr>
        <p:txBody>
          <a:bodyPr/>
          <a:lstStyle>
            <a:lvl1pPr>
              <a:defRPr>
                <a:solidFill>
                  <a:schemeClr val="bg1"/>
                </a:solidFill>
              </a:defRPr>
            </a:lvl1pPr>
          </a:lstStyle>
          <a:p>
            <a:r>
              <a:rPr lang="en-US"/>
              <a:t>Click icon to add picture</a:t>
            </a:r>
            <a:endParaRPr lang="en-GB"/>
          </a:p>
        </p:txBody>
      </p:sp>
      <p:sp>
        <p:nvSpPr>
          <p:cNvPr id="6" name="TextBox 5">
            <a:extLst>
              <a:ext uri="{FF2B5EF4-FFF2-40B4-BE49-F238E27FC236}">
                <a16:creationId xmlns:a16="http://schemas.microsoft.com/office/drawing/2014/main" id="{3E6CD312-53A5-4025-8672-6022E7B44933}"/>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7" name="TextBox 6">
            <a:extLst>
              <a:ext uri="{FF2B5EF4-FFF2-40B4-BE49-F238E27FC236}">
                <a16:creationId xmlns:a16="http://schemas.microsoft.com/office/drawing/2014/main" id="{084C9562-A1BF-4A9B-A9C0-650D1A51FDDC}"/>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8" name="Text Placeholder 4">
            <a:extLst>
              <a:ext uri="{FF2B5EF4-FFF2-40B4-BE49-F238E27FC236}">
                <a16:creationId xmlns:a16="http://schemas.microsoft.com/office/drawing/2014/main" id="{DE1A888A-67E6-4BDE-BC5E-F78956AAF91C}"/>
              </a:ext>
            </a:extLst>
          </p:cNvPr>
          <p:cNvSpPr>
            <a:spLocks noGrp="1"/>
          </p:cNvSpPr>
          <p:nvPr>
            <p:ph type="body" sz="quarter" idx="46" hasCustomPrompt="1"/>
          </p:nvPr>
        </p:nvSpPr>
        <p:spPr>
          <a:xfrm>
            <a:off x="511176" y="1601788"/>
            <a:ext cx="1435099" cy="4779963"/>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Tree>
    <p:extLst>
      <p:ext uri="{BB962C8B-B14F-4D97-AF65-F5344CB8AC3E}">
        <p14:creationId xmlns:p14="http://schemas.microsoft.com/office/powerpoint/2010/main" val="99950161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ark Photo Layout 7">
    <p:bg>
      <p:bgPr>
        <a:solidFill>
          <a:srgbClr val="012A2C"/>
        </a:solidFill>
        <a:effectLst/>
      </p:bgPr>
    </p:bg>
    <p:spTree>
      <p:nvGrpSpPr>
        <p:cNvPr id="1" name=""/>
        <p:cNvGrpSpPr/>
        <p:nvPr/>
      </p:nvGrpSpPr>
      <p:grpSpPr>
        <a:xfrm>
          <a:off x="0" y="0"/>
          <a:ext cx="0" cy="0"/>
          <a:chOff x="0" y="0"/>
          <a:chExt cx="0" cy="0"/>
        </a:xfrm>
      </p:grpSpPr>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511887" y="473076"/>
            <a:ext cx="3996613" cy="5908674"/>
          </a:xfrm>
          <a:noFill/>
        </p:spPr>
        <p:txBody>
          <a:bodyPr/>
          <a:lstStyle>
            <a:lvl1pPr>
              <a:defRPr>
                <a:solidFill>
                  <a:schemeClr val="bg1"/>
                </a:solidFill>
              </a:defRPr>
            </a:lvl1pPr>
          </a:lstStyle>
          <a:p>
            <a:r>
              <a:rPr lang="en-US"/>
              <a:t>Click icon to add picture</a:t>
            </a:r>
            <a:endParaRPr lang="en-GB"/>
          </a:p>
        </p:txBody>
      </p:sp>
      <p:sp>
        <p:nvSpPr>
          <p:cNvPr id="11" name="Picture Placeholder 11">
            <a:extLst>
              <a:ext uri="{FF2B5EF4-FFF2-40B4-BE49-F238E27FC236}">
                <a16:creationId xmlns:a16="http://schemas.microsoft.com/office/drawing/2014/main" id="{2FE7B96D-3E01-4CC1-BFAB-8F8BE9501B96}"/>
              </a:ext>
            </a:extLst>
          </p:cNvPr>
          <p:cNvSpPr>
            <a:spLocks noGrp="1"/>
          </p:cNvSpPr>
          <p:nvPr>
            <p:ph type="pic" sz="quarter" idx="17"/>
          </p:nvPr>
        </p:nvSpPr>
        <p:spPr>
          <a:xfrm>
            <a:off x="7683500" y="473076"/>
            <a:ext cx="3995739" cy="5908674"/>
          </a:xfrm>
          <a:noFill/>
        </p:spPr>
        <p:txBody>
          <a:bodyPr/>
          <a:lstStyle>
            <a:lvl1pPr>
              <a:defRPr>
                <a:solidFill>
                  <a:schemeClr val="bg1"/>
                </a:solidFill>
              </a:defRPr>
            </a:lvl1pPr>
          </a:lstStyle>
          <a:p>
            <a:r>
              <a:rPr lang="en-US"/>
              <a:t>Click icon to add picture</a:t>
            </a:r>
            <a:endParaRPr lang="en-GB"/>
          </a:p>
        </p:txBody>
      </p:sp>
      <p:sp>
        <p:nvSpPr>
          <p:cNvPr id="9" name="TextBox 8">
            <a:extLst>
              <a:ext uri="{FF2B5EF4-FFF2-40B4-BE49-F238E27FC236}">
                <a16:creationId xmlns:a16="http://schemas.microsoft.com/office/drawing/2014/main" id="{F380DD08-2B66-41E3-8F68-FA41EBC0049E}"/>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2" name="TextBox 11">
            <a:extLst>
              <a:ext uri="{FF2B5EF4-FFF2-40B4-BE49-F238E27FC236}">
                <a16:creationId xmlns:a16="http://schemas.microsoft.com/office/drawing/2014/main" id="{F1B42FBD-B410-4F2D-B8E6-427C0027078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13" name="Text Placeholder 4">
            <a:extLst>
              <a:ext uri="{FF2B5EF4-FFF2-40B4-BE49-F238E27FC236}">
                <a16:creationId xmlns:a16="http://schemas.microsoft.com/office/drawing/2014/main" id="{C63FA1EF-ACBD-4EE4-AF34-2925029F286B}"/>
              </a:ext>
            </a:extLst>
          </p:cNvPr>
          <p:cNvSpPr>
            <a:spLocks noGrp="1"/>
          </p:cNvSpPr>
          <p:nvPr>
            <p:ph type="body" sz="quarter" idx="46" hasCustomPrompt="1"/>
          </p:nvPr>
        </p:nvSpPr>
        <p:spPr>
          <a:xfrm>
            <a:off x="4610101" y="476250"/>
            <a:ext cx="1435099" cy="2274888"/>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4" name="Text Placeholder 4">
            <a:extLst>
              <a:ext uri="{FF2B5EF4-FFF2-40B4-BE49-F238E27FC236}">
                <a16:creationId xmlns:a16="http://schemas.microsoft.com/office/drawing/2014/main" id="{7BD8572B-3E8B-48B1-9658-FFB4D4B92F04}"/>
              </a:ext>
            </a:extLst>
          </p:cNvPr>
          <p:cNvSpPr>
            <a:spLocks noGrp="1"/>
          </p:cNvSpPr>
          <p:nvPr>
            <p:ph type="body" sz="quarter" idx="47" hasCustomPrompt="1"/>
          </p:nvPr>
        </p:nvSpPr>
        <p:spPr>
          <a:xfrm>
            <a:off x="6146801" y="473077"/>
            <a:ext cx="1435099" cy="2274888"/>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Tree>
    <p:extLst>
      <p:ext uri="{BB962C8B-B14F-4D97-AF65-F5344CB8AC3E}">
        <p14:creationId xmlns:p14="http://schemas.microsoft.com/office/powerpoint/2010/main" val="391351658"/>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ark Photo Layout 8">
    <p:bg>
      <p:bgPr>
        <a:solidFill>
          <a:srgbClr val="012A2C"/>
        </a:solidFill>
        <a:effectLst/>
      </p:bgPr>
    </p:bg>
    <p:spTree>
      <p:nvGrpSpPr>
        <p:cNvPr id="1" name=""/>
        <p:cNvGrpSpPr/>
        <p:nvPr/>
      </p:nvGrpSpPr>
      <p:grpSpPr>
        <a:xfrm>
          <a:off x="0" y="0"/>
          <a:ext cx="0" cy="0"/>
          <a:chOff x="0" y="0"/>
          <a:chExt cx="0" cy="0"/>
        </a:xfrm>
      </p:grpSpPr>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511888" y="2227262"/>
            <a:ext cx="2971088" cy="4154487"/>
          </a:xfrm>
          <a:noFill/>
        </p:spPr>
        <p:txBody>
          <a:bodyPr/>
          <a:lstStyle>
            <a:lvl1pPr>
              <a:defRPr>
                <a:solidFill>
                  <a:schemeClr val="bg1"/>
                </a:solidFill>
              </a:defRPr>
            </a:lvl1pPr>
          </a:lstStyle>
          <a:p>
            <a:r>
              <a:rPr lang="en-US"/>
              <a:t>Click icon to add picture</a:t>
            </a:r>
            <a:endParaRPr lang="en-GB"/>
          </a:p>
        </p:txBody>
      </p:sp>
      <p:sp>
        <p:nvSpPr>
          <p:cNvPr id="9" name="Picture Placeholder 11">
            <a:extLst>
              <a:ext uri="{FF2B5EF4-FFF2-40B4-BE49-F238E27FC236}">
                <a16:creationId xmlns:a16="http://schemas.microsoft.com/office/drawing/2014/main" id="{DDD672F2-9FBA-4686-9A16-79DF51FB6945}"/>
              </a:ext>
            </a:extLst>
          </p:cNvPr>
          <p:cNvSpPr>
            <a:spLocks noGrp="1"/>
          </p:cNvSpPr>
          <p:nvPr>
            <p:ph type="pic" sz="quarter" idx="17"/>
          </p:nvPr>
        </p:nvSpPr>
        <p:spPr>
          <a:xfrm>
            <a:off x="4610100" y="2227261"/>
            <a:ext cx="2971088" cy="4154487"/>
          </a:xfrm>
          <a:noFill/>
        </p:spPr>
        <p:txBody>
          <a:bodyPr/>
          <a:lstStyle>
            <a:lvl1pPr>
              <a:defRPr>
                <a:solidFill>
                  <a:schemeClr val="bg1"/>
                </a:solidFill>
              </a:defRPr>
            </a:lvl1pPr>
          </a:lstStyle>
          <a:p>
            <a:r>
              <a:rPr lang="en-US"/>
              <a:t>Click icon to add picture</a:t>
            </a:r>
            <a:endParaRPr lang="en-GB"/>
          </a:p>
        </p:txBody>
      </p:sp>
      <p:sp>
        <p:nvSpPr>
          <p:cNvPr id="12" name="Picture Placeholder 11">
            <a:extLst>
              <a:ext uri="{FF2B5EF4-FFF2-40B4-BE49-F238E27FC236}">
                <a16:creationId xmlns:a16="http://schemas.microsoft.com/office/drawing/2014/main" id="{6F61EF0A-8867-40FC-BAA6-AD52003D7277}"/>
              </a:ext>
            </a:extLst>
          </p:cNvPr>
          <p:cNvSpPr>
            <a:spLocks noGrp="1"/>
          </p:cNvSpPr>
          <p:nvPr>
            <p:ph type="pic" sz="quarter" idx="18"/>
          </p:nvPr>
        </p:nvSpPr>
        <p:spPr>
          <a:xfrm>
            <a:off x="8709024" y="2227263"/>
            <a:ext cx="2971088" cy="4154487"/>
          </a:xfrm>
          <a:noFill/>
        </p:spPr>
        <p:txBody>
          <a:bodyPr/>
          <a:lstStyle>
            <a:lvl1pPr>
              <a:defRPr>
                <a:solidFill>
                  <a:schemeClr val="bg1"/>
                </a:solidFill>
              </a:defRPr>
            </a:lvl1pPr>
          </a:lstStyle>
          <a:p>
            <a:r>
              <a:rPr lang="en-US"/>
              <a:t>Click icon to add picture</a:t>
            </a:r>
            <a:endParaRPr lang="en-GB"/>
          </a:p>
        </p:txBody>
      </p:sp>
      <p:sp>
        <p:nvSpPr>
          <p:cNvPr id="11" name="TextBox 10">
            <a:extLst>
              <a:ext uri="{FF2B5EF4-FFF2-40B4-BE49-F238E27FC236}">
                <a16:creationId xmlns:a16="http://schemas.microsoft.com/office/drawing/2014/main" id="{9C34C9C0-794B-4B88-A088-C138D4604EBF}"/>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3" name="TextBox 12">
            <a:extLst>
              <a:ext uri="{FF2B5EF4-FFF2-40B4-BE49-F238E27FC236}">
                <a16:creationId xmlns:a16="http://schemas.microsoft.com/office/drawing/2014/main" id="{DB0C6000-FE88-4107-BF9B-3A43AB2356F3}"/>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15" name="Text Placeholder 4">
            <a:extLst>
              <a:ext uri="{FF2B5EF4-FFF2-40B4-BE49-F238E27FC236}">
                <a16:creationId xmlns:a16="http://schemas.microsoft.com/office/drawing/2014/main" id="{9CB9C873-0006-4F8A-9C03-2ABE821DCFBB}"/>
              </a:ext>
            </a:extLst>
          </p:cNvPr>
          <p:cNvSpPr>
            <a:spLocks noGrp="1"/>
          </p:cNvSpPr>
          <p:nvPr>
            <p:ph type="body" sz="quarter" idx="46" hasCustomPrompt="1"/>
          </p:nvPr>
        </p:nvSpPr>
        <p:spPr>
          <a:xfrm>
            <a:off x="511888" y="490842"/>
            <a:ext cx="1435099" cy="163482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6" name="Text Placeholder 4">
            <a:extLst>
              <a:ext uri="{FF2B5EF4-FFF2-40B4-BE49-F238E27FC236}">
                <a16:creationId xmlns:a16="http://schemas.microsoft.com/office/drawing/2014/main" id="{0191C0FD-82C3-48AA-AFB6-8D0F71BB445D}"/>
              </a:ext>
            </a:extLst>
          </p:cNvPr>
          <p:cNvSpPr>
            <a:spLocks noGrp="1"/>
          </p:cNvSpPr>
          <p:nvPr>
            <p:ph type="body" sz="quarter" idx="47" hasCustomPrompt="1"/>
          </p:nvPr>
        </p:nvSpPr>
        <p:spPr>
          <a:xfrm>
            <a:off x="4610100" y="487670"/>
            <a:ext cx="1435099" cy="163482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7" name="Text Placeholder 4">
            <a:extLst>
              <a:ext uri="{FF2B5EF4-FFF2-40B4-BE49-F238E27FC236}">
                <a16:creationId xmlns:a16="http://schemas.microsoft.com/office/drawing/2014/main" id="{B5AD2BE2-3761-4D66-B723-A1F9C41C4080}"/>
              </a:ext>
            </a:extLst>
          </p:cNvPr>
          <p:cNvSpPr>
            <a:spLocks noGrp="1"/>
          </p:cNvSpPr>
          <p:nvPr>
            <p:ph type="body" sz="quarter" idx="48" hasCustomPrompt="1"/>
          </p:nvPr>
        </p:nvSpPr>
        <p:spPr>
          <a:xfrm>
            <a:off x="8709024" y="487670"/>
            <a:ext cx="1435099" cy="163482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Tree>
    <p:extLst>
      <p:ext uri="{BB962C8B-B14F-4D97-AF65-F5344CB8AC3E}">
        <p14:creationId xmlns:p14="http://schemas.microsoft.com/office/powerpoint/2010/main" val="1836528386"/>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ark Photo Layout 9">
    <p:bg>
      <p:bgPr>
        <a:solidFill>
          <a:srgbClr val="012A2C"/>
        </a:solidFill>
        <a:effectLst/>
      </p:bgPr>
    </p:bg>
    <p:spTree>
      <p:nvGrpSpPr>
        <p:cNvPr id="1" name=""/>
        <p:cNvGrpSpPr/>
        <p:nvPr/>
      </p:nvGrpSpPr>
      <p:grpSpPr>
        <a:xfrm>
          <a:off x="0" y="0"/>
          <a:ext cx="0" cy="0"/>
          <a:chOff x="0" y="0"/>
          <a:chExt cx="0" cy="0"/>
        </a:xfrm>
      </p:grpSpPr>
      <p:sp>
        <p:nvSpPr>
          <p:cNvPr id="10" name="Picture Placeholder 11">
            <a:extLst>
              <a:ext uri="{FF2B5EF4-FFF2-40B4-BE49-F238E27FC236}">
                <a16:creationId xmlns:a16="http://schemas.microsoft.com/office/drawing/2014/main" id="{B701AF1B-CFB7-4C97-95AA-5D7E0782E539}"/>
              </a:ext>
            </a:extLst>
          </p:cNvPr>
          <p:cNvSpPr>
            <a:spLocks noGrp="1"/>
          </p:cNvSpPr>
          <p:nvPr>
            <p:ph type="pic" sz="quarter" idx="16"/>
          </p:nvPr>
        </p:nvSpPr>
        <p:spPr>
          <a:xfrm>
            <a:off x="511888" y="2227262"/>
            <a:ext cx="2971088" cy="1773237"/>
          </a:xfrm>
          <a:noFill/>
        </p:spPr>
        <p:txBody>
          <a:bodyPr/>
          <a:lstStyle>
            <a:lvl1pPr>
              <a:defRPr>
                <a:solidFill>
                  <a:schemeClr val="bg1"/>
                </a:solidFill>
              </a:defRPr>
            </a:lvl1pPr>
          </a:lstStyle>
          <a:p>
            <a:r>
              <a:rPr lang="en-US"/>
              <a:t>Click icon to add picture</a:t>
            </a:r>
            <a:endParaRPr lang="en-GB"/>
          </a:p>
        </p:txBody>
      </p:sp>
      <p:sp>
        <p:nvSpPr>
          <p:cNvPr id="9" name="Picture Placeholder 11">
            <a:extLst>
              <a:ext uri="{FF2B5EF4-FFF2-40B4-BE49-F238E27FC236}">
                <a16:creationId xmlns:a16="http://schemas.microsoft.com/office/drawing/2014/main" id="{DDD672F2-9FBA-4686-9A16-79DF51FB6945}"/>
              </a:ext>
            </a:extLst>
          </p:cNvPr>
          <p:cNvSpPr>
            <a:spLocks noGrp="1"/>
          </p:cNvSpPr>
          <p:nvPr>
            <p:ph type="pic" sz="quarter" idx="17"/>
          </p:nvPr>
        </p:nvSpPr>
        <p:spPr>
          <a:xfrm>
            <a:off x="4610100" y="2227261"/>
            <a:ext cx="2971088" cy="1773237"/>
          </a:xfrm>
          <a:noFill/>
        </p:spPr>
        <p:txBody>
          <a:bodyPr/>
          <a:lstStyle>
            <a:lvl1pPr>
              <a:defRPr>
                <a:solidFill>
                  <a:schemeClr val="bg1"/>
                </a:solidFill>
              </a:defRPr>
            </a:lvl1pPr>
          </a:lstStyle>
          <a:p>
            <a:r>
              <a:rPr lang="en-US"/>
              <a:t>Click icon to add picture</a:t>
            </a:r>
            <a:endParaRPr lang="en-GB"/>
          </a:p>
        </p:txBody>
      </p:sp>
      <p:sp>
        <p:nvSpPr>
          <p:cNvPr id="12" name="Picture Placeholder 11">
            <a:extLst>
              <a:ext uri="{FF2B5EF4-FFF2-40B4-BE49-F238E27FC236}">
                <a16:creationId xmlns:a16="http://schemas.microsoft.com/office/drawing/2014/main" id="{6F61EF0A-8867-40FC-BAA6-AD52003D7277}"/>
              </a:ext>
            </a:extLst>
          </p:cNvPr>
          <p:cNvSpPr>
            <a:spLocks noGrp="1"/>
          </p:cNvSpPr>
          <p:nvPr>
            <p:ph type="pic" sz="quarter" idx="18"/>
          </p:nvPr>
        </p:nvSpPr>
        <p:spPr>
          <a:xfrm>
            <a:off x="8709024" y="2227263"/>
            <a:ext cx="2971088" cy="1773237"/>
          </a:xfrm>
          <a:noFill/>
        </p:spPr>
        <p:txBody>
          <a:bodyPr/>
          <a:lstStyle>
            <a:lvl1pPr>
              <a:defRPr>
                <a:solidFill>
                  <a:schemeClr val="bg1"/>
                </a:solidFill>
              </a:defRPr>
            </a:lvl1pPr>
          </a:lstStyle>
          <a:p>
            <a:r>
              <a:rPr lang="en-US"/>
              <a:t>Click icon to add picture</a:t>
            </a:r>
            <a:endParaRPr lang="en-GB"/>
          </a:p>
        </p:txBody>
      </p:sp>
      <p:sp>
        <p:nvSpPr>
          <p:cNvPr id="11" name="TextBox 10">
            <a:extLst>
              <a:ext uri="{FF2B5EF4-FFF2-40B4-BE49-F238E27FC236}">
                <a16:creationId xmlns:a16="http://schemas.microsoft.com/office/drawing/2014/main" id="{D947C406-4317-4F6A-BAD5-A664E0EEA560}"/>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2021 CBRE, Inc.</a:t>
            </a:r>
          </a:p>
        </p:txBody>
      </p:sp>
      <p:sp>
        <p:nvSpPr>
          <p:cNvPr id="13" name="TextBox 12">
            <a:extLst>
              <a:ext uri="{FF2B5EF4-FFF2-40B4-BE49-F238E27FC236}">
                <a16:creationId xmlns:a16="http://schemas.microsoft.com/office/drawing/2014/main" id="{5691D2DC-E9FE-4E26-8879-71670B025BF3}"/>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a:solidFill>
                <a:schemeClr val="bg1"/>
              </a:solidFill>
              <a:latin typeface="+mn-lt"/>
              <a:ea typeface="+mn-ea"/>
              <a:cs typeface="+mn-cs"/>
            </a:endParaRPr>
          </a:p>
        </p:txBody>
      </p:sp>
      <p:sp>
        <p:nvSpPr>
          <p:cNvPr id="15" name="Text Placeholder 4">
            <a:extLst>
              <a:ext uri="{FF2B5EF4-FFF2-40B4-BE49-F238E27FC236}">
                <a16:creationId xmlns:a16="http://schemas.microsoft.com/office/drawing/2014/main" id="{42F08510-01DD-48E0-80A3-8D5C59630780}"/>
              </a:ext>
            </a:extLst>
          </p:cNvPr>
          <p:cNvSpPr>
            <a:spLocks noGrp="1"/>
          </p:cNvSpPr>
          <p:nvPr>
            <p:ph type="body" sz="quarter" idx="46" hasCustomPrompt="1"/>
          </p:nvPr>
        </p:nvSpPr>
        <p:spPr>
          <a:xfrm>
            <a:off x="511888" y="490842"/>
            <a:ext cx="1435099" cy="163482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6" name="Text Placeholder 4">
            <a:extLst>
              <a:ext uri="{FF2B5EF4-FFF2-40B4-BE49-F238E27FC236}">
                <a16:creationId xmlns:a16="http://schemas.microsoft.com/office/drawing/2014/main" id="{275CEB7D-8A26-4B74-9D16-D42C13AB95E6}"/>
              </a:ext>
            </a:extLst>
          </p:cNvPr>
          <p:cNvSpPr>
            <a:spLocks noGrp="1"/>
          </p:cNvSpPr>
          <p:nvPr>
            <p:ph type="body" sz="quarter" idx="47" hasCustomPrompt="1"/>
          </p:nvPr>
        </p:nvSpPr>
        <p:spPr>
          <a:xfrm>
            <a:off x="4610100" y="487670"/>
            <a:ext cx="1435099" cy="163482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
        <p:nvSpPr>
          <p:cNvPr id="17" name="Text Placeholder 4">
            <a:extLst>
              <a:ext uri="{FF2B5EF4-FFF2-40B4-BE49-F238E27FC236}">
                <a16:creationId xmlns:a16="http://schemas.microsoft.com/office/drawing/2014/main" id="{113AE63D-B2BC-4F72-83C1-84488C4B42B8}"/>
              </a:ext>
            </a:extLst>
          </p:cNvPr>
          <p:cNvSpPr>
            <a:spLocks noGrp="1"/>
          </p:cNvSpPr>
          <p:nvPr>
            <p:ph type="body" sz="quarter" idx="48" hasCustomPrompt="1"/>
          </p:nvPr>
        </p:nvSpPr>
        <p:spPr>
          <a:xfrm>
            <a:off x="8709024" y="487670"/>
            <a:ext cx="1435099" cy="163482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Sub heading</a:t>
            </a:r>
          </a:p>
          <a:p>
            <a:pPr lvl="1"/>
            <a:r>
              <a:rPr lang="en-US"/>
              <a:t>Text</a:t>
            </a:r>
          </a:p>
        </p:txBody>
      </p:sp>
    </p:spTree>
    <p:extLst>
      <p:ext uri="{BB962C8B-B14F-4D97-AF65-F5344CB8AC3E}">
        <p14:creationId xmlns:p14="http://schemas.microsoft.com/office/powerpoint/2010/main" val="3411566283"/>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40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 Column Introduction">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5FF70B67-C845-4CFA-837C-62210E7EFBF0}"/>
              </a:ext>
            </a:extLst>
          </p:cNvPr>
          <p:cNvSpPr>
            <a:spLocks noGrp="1"/>
          </p:cNvSpPr>
          <p:nvPr>
            <p:ph sz="quarter" idx="37"/>
          </p:nvPr>
        </p:nvSpPr>
        <p:spPr>
          <a:xfrm>
            <a:off x="3584575" y="1617663"/>
            <a:ext cx="8094663" cy="4259262"/>
          </a:xfrm>
        </p:spPr>
        <p:txBody>
          <a:bodyPr/>
          <a:lstStyle>
            <a:lvl1pPr marL="0" indent="536575">
              <a:spcBef>
                <a:spcPts val="0"/>
              </a:spcBef>
              <a:spcAft>
                <a:spcPts val="600"/>
              </a:spcAf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477F03F6-9538-49CE-8D06-38030765E7BB}"/>
              </a:ext>
            </a:extLst>
          </p:cNvPr>
          <p:cNvSpPr>
            <a:spLocks noGrp="1"/>
          </p:cNvSpPr>
          <p:nvPr>
            <p:ph type="title"/>
          </p:nvPr>
        </p:nvSpPr>
        <p:spPr/>
        <p:txBody>
          <a:bodyPr/>
          <a:lstStyle/>
          <a:p>
            <a:r>
              <a:rPr lang="en-US"/>
              <a:t>Click to edit Master title style</a:t>
            </a:r>
            <a:endParaRPr lang="en-GB"/>
          </a:p>
        </p:txBody>
      </p:sp>
      <p:cxnSp>
        <p:nvCxnSpPr>
          <p:cNvPr id="10" name="Straight Connector 9">
            <a:extLst>
              <a:ext uri="{FF2B5EF4-FFF2-40B4-BE49-F238E27FC236}">
                <a16:creationId xmlns:a16="http://schemas.microsoft.com/office/drawing/2014/main" id="{4F7078D9-99A7-4F4B-A2AE-F455F56FB45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2" name="Text Placeholder 6">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4" name="Text Placeholder 3">
            <a:extLst>
              <a:ext uri="{FF2B5EF4-FFF2-40B4-BE49-F238E27FC236}">
                <a16:creationId xmlns:a16="http://schemas.microsoft.com/office/drawing/2014/main" id="{9DBA8EA8-8ABA-4D16-B62C-6072F6B2206E}"/>
              </a:ext>
            </a:extLst>
          </p:cNvPr>
          <p:cNvSpPr>
            <a:spLocks noGrp="1"/>
          </p:cNvSpPr>
          <p:nvPr>
            <p:ph type="body" sz="quarter" idx="44"/>
          </p:nvPr>
        </p:nvSpPr>
        <p:spPr>
          <a:xfrm>
            <a:off x="511177" y="3492063"/>
            <a:ext cx="1947861" cy="2889687"/>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25085507"/>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ingle Column + Subheading + Notes">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5FF70B67-C845-4CFA-837C-62210E7EFBF0}"/>
              </a:ext>
            </a:extLst>
          </p:cNvPr>
          <p:cNvSpPr>
            <a:spLocks noGrp="1"/>
          </p:cNvSpPr>
          <p:nvPr>
            <p:ph sz="quarter" idx="37"/>
          </p:nvPr>
        </p:nvSpPr>
        <p:spPr>
          <a:xfrm>
            <a:off x="3584575" y="1617663"/>
            <a:ext cx="8094663" cy="4259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477F03F6-9538-49CE-8D06-38030765E7BB}"/>
              </a:ext>
            </a:extLst>
          </p:cNvPr>
          <p:cNvSpPr>
            <a:spLocks noGrp="1"/>
          </p:cNvSpPr>
          <p:nvPr>
            <p:ph type="title"/>
          </p:nvPr>
        </p:nvSpPr>
        <p:spPr/>
        <p:txBody>
          <a:bodyPr/>
          <a:lstStyle/>
          <a:p>
            <a:r>
              <a:rPr lang="en-US"/>
              <a:t>Click to edit Master title style</a:t>
            </a:r>
            <a:endParaRPr lang="en-GB"/>
          </a:p>
        </p:txBody>
      </p:sp>
      <p:cxnSp>
        <p:nvCxnSpPr>
          <p:cNvPr id="10" name="Straight Connector 9">
            <a:extLst>
              <a:ext uri="{FF2B5EF4-FFF2-40B4-BE49-F238E27FC236}">
                <a16:creationId xmlns:a16="http://schemas.microsoft.com/office/drawing/2014/main" id="{4F7078D9-99A7-4F4B-A2AE-F455F56FB45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2" name="Text Placeholder 6">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4" name="Text Placeholder 3">
            <a:extLst>
              <a:ext uri="{FF2B5EF4-FFF2-40B4-BE49-F238E27FC236}">
                <a16:creationId xmlns:a16="http://schemas.microsoft.com/office/drawing/2014/main" id="{BC711B05-4549-41C6-99B5-4B7537143611}"/>
              </a:ext>
            </a:extLst>
          </p:cNvPr>
          <p:cNvSpPr>
            <a:spLocks noGrp="1"/>
          </p:cNvSpPr>
          <p:nvPr>
            <p:ph type="body" sz="quarter" idx="44"/>
          </p:nvPr>
        </p:nvSpPr>
        <p:spPr>
          <a:xfrm>
            <a:off x="511177" y="3492063"/>
            <a:ext cx="1947861" cy="2889687"/>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0D6F2D8A-FF16-404E-8A5E-3EB4D2D2339F}"/>
              </a:ext>
            </a:extLst>
          </p:cNvPr>
          <p:cNvSpPr>
            <a:spLocks noGrp="1"/>
          </p:cNvSpPr>
          <p:nvPr>
            <p:ph type="body" sz="quarter" idx="12" hasCustomPrompt="1"/>
          </p:nvPr>
        </p:nvSpPr>
        <p:spPr>
          <a:xfrm>
            <a:off x="3584575" y="916061"/>
            <a:ext cx="2971801" cy="58412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Tree>
    <p:extLst>
      <p:ext uri="{BB962C8B-B14F-4D97-AF65-F5344CB8AC3E}">
        <p14:creationId xmlns:p14="http://schemas.microsoft.com/office/powerpoint/2010/main" val="2986437125"/>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ngle Column Full Content Area">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5FF70B67-C845-4CFA-837C-62210E7EFBF0}"/>
              </a:ext>
            </a:extLst>
          </p:cNvPr>
          <p:cNvSpPr>
            <a:spLocks noGrp="1"/>
          </p:cNvSpPr>
          <p:nvPr>
            <p:ph sz="quarter" idx="37"/>
          </p:nvPr>
        </p:nvSpPr>
        <p:spPr>
          <a:xfrm>
            <a:off x="3584575" y="476250"/>
            <a:ext cx="8094663" cy="5905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477F03F6-9538-49CE-8D06-38030765E7BB}"/>
              </a:ext>
            </a:extLst>
          </p:cNvPr>
          <p:cNvSpPr>
            <a:spLocks noGrp="1"/>
          </p:cNvSpPr>
          <p:nvPr>
            <p:ph type="title"/>
          </p:nvPr>
        </p:nvSpPr>
        <p:spPr/>
        <p:txBody>
          <a:bodyPr/>
          <a:lstStyle/>
          <a:p>
            <a:r>
              <a:rPr lang="en-US"/>
              <a:t>Click to edit Master title style</a:t>
            </a:r>
            <a:endParaRPr lang="en-GB"/>
          </a:p>
        </p:txBody>
      </p:sp>
      <p:cxnSp>
        <p:nvCxnSpPr>
          <p:cNvPr id="10" name="Straight Connector 9">
            <a:extLst>
              <a:ext uri="{FF2B5EF4-FFF2-40B4-BE49-F238E27FC236}">
                <a16:creationId xmlns:a16="http://schemas.microsoft.com/office/drawing/2014/main" id="{4F7078D9-99A7-4F4B-A2AE-F455F56FB45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2" name="Text Placeholder 6">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4" name="Text Placeholder 3">
            <a:extLst>
              <a:ext uri="{FF2B5EF4-FFF2-40B4-BE49-F238E27FC236}">
                <a16:creationId xmlns:a16="http://schemas.microsoft.com/office/drawing/2014/main" id="{6FE42C9E-C657-4F41-844F-58879D8ACEC8}"/>
              </a:ext>
            </a:extLst>
          </p:cNvPr>
          <p:cNvSpPr>
            <a:spLocks noGrp="1"/>
          </p:cNvSpPr>
          <p:nvPr>
            <p:ph type="body" sz="quarter" idx="44"/>
          </p:nvPr>
        </p:nvSpPr>
        <p:spPr>
          <a:xfrm>
            <a:off x="511177" y="3492063"/>
            <a:ext cx="1947861" cy="2889687"/>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48808891"/>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 Subheading + Notes">
    <p:spTree>
      <p:nvGrpSpPr>
        <p:cNvPr id="1" name=""/>
        <p:cNvGrpSpPr/>
        <p:nvPr/>
      </p:nvGrpSpPr>
      <p:grpSpPr>
        <a:xfrm>
          <a:off x="0" y="0"/>
          <a:ext cx="0" cy="0"/>
          <a:chOff x="0" y="0"/>
          <a:chExt cx="0" cy="0"/>
        </a:xfrm>
      </p:grpSpPr>
      <p:sp>
        <p:nvSpPr>
          <p:cNvPr id="22" name="Content Placeholder 20">
            <a:extLst>
              <a:ext uri="{FF2B5EF4-FFF2-40B4-BE49-F238E27FC236}">
                <a16:creationId xmlns:a16="http://schemas.microsoft.com/office/drawing/2014/main" id="{196D6582-4EEB-4B56-93E7-9140E1B674D7}"/>
              </a:ext>
            </a:extLst>
          </p:cNvPr>
          <p:cNvSpPr>
            <a:spLocks noGrp="1"/>
          </p:cNvSpPr>
          <p:nvPr>
            <p:ph sz="quarter" idx="38"/>
          </p:nvPr>
        </p:nvSpPr>
        <p:spPr>
          <a:xfrm>
            <a:off x="3594409" y="1617663"/>
            <a:ext cx="3987491" cy="47640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Content Placeholder 20">
            <a:extLst>
              <a:ext uri="{FF2B5EF4-FFF2-40B4-BE49-F238E27FC236}">
                <a16:creationId xmlns:a16="http://schemas.microsoft.com/office/drawing/2014/main" id="{E75F33F6-0A58-474C-B6DA-81A66074D158}"/>
              </a:ext>
            </a:extLst>
          </p:cNvPr>
          <p:cNvSpPr>
            <a:spLocks noGrp="1"/>
          </p:cNvSpPr>
          <p:nvPr>
            <p:ph sz="quarter" idx="39"/>
          </p:nvPr>
        </p:nvSpPr>
        <p:spPr>
          <a:xfrm>
            <a:off x="7693333" y="1618456"/>
            <a:ext cx="3987491" cy="47640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31" name="Straight Connector 30">
            <a:extLst>
              <a:ext uri="{FF2B5EF4-FFF2-40B4-BE49-F238E27FC236}">
                <a16:creationId xmlns:a16="http://schemas.microsoft.com/office/drawing/2014/main" id="{57405448-4BB4-44F3-B6CC-224CE96172CE}"/>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CBBF2B94-1837-4093-A56F-6E0AB2566174}"/>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8" name="Title 7">
            <a:extLst>
              <a:ext uri="{FF2B5EF4-FFF2-40B4-BE49-F238E27FC236}">
                <a16:creationId xmlns:a16="http://schemas.microsoft.com/office/drawing/2014/main" id="{1DC34ECF-03B3-486C-ADEE-66E4B678A63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9BC96A2-D1C8-41BD-B90A-74BD42940234}"/>
              </a:ext>
            </a:extLst>
          </p:cNvPr>
          <p:cNvSpPr>
            <a:spLocks noGrp="1"/>
          </p:cNvSpPr>
          <p:nvPr>
            <p:ph type="body" sz="quarter" idx="44"/>
          </p:nvPr>
        </p:nvSpPr>
        <p:spPr>
          <a:xfrm>
            <a:off x="511177" y="3492064"/>
            <a:ext cx="1947861" cy="2500312"/>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12" name="Text Placeholder 4">
            <a:extLst>
              <a:ext uri="{FF2B5EF4-FFF2-40B4-BE49-F238E27FC236}">
                <a16:creationId xmlns:a16="http://schemas.microsoft.com/office/drawing/2014/main" id="{C964E3A1-3626-432A-9819-1B4206CF6504}"/>
              </a:ext>
            </a:extLst>
          </p:cNvPr>
          <p:cNvSpPr>
            <a:spLocks noGrp="1"/>
          </p:cNvSpPr>
          <p:nvPr>
            <p:ph type="body" sz="quarter" idx="12" hasCustomPrompt="1"/>
          </p:nvPr>
        </p:nvSpPr>
        <p:spPr>
          <a:xfrm>
            <a:off x="3584576" y="917539"/>
            <a:ext cx="3997324" cy="708232"/>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3" name="Text Placeholder 4">
            <a:extLst>
              <a:ext uri="{FF2B5EF4-FFF2-40B4-BE49-F238E27FC236}">
                <a16:creationId xmlns:a16="http://schemas.microsoft.com/office/drawing/2014/main" id="{C59D201F-04CE-42A9-843F-2B662ABEF12C}"/>
              </a:ext>
            </a:extLst>
          </p:cNvPr>
          <p:cNvSpPr>
            <a:spLocks noGrp="1"/>
          </p:cNvSpPr>
          <p:nvPr>
            <p:ph type="body" sz="quarter" idx="48" hasCustomPrompt="1"/>
          </p:nvPr>
        </p:nvSpPr>
        <p:spPr>
          <a:xfrm>
            <a:off x="7681911" y="917539"/>
            <a:ext cx="3997324" cy="708232"/>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Tree>
    <p:extLst>
      <p:ext uri="{BB962C8B-B14F-4D97-AF65-F5344CB8AC3E}">
        <p14:creationId xmlns:p14="http://schemas.microsoft.com/office/powerpoint/2010/main" val="1062246906"/>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lumn + no Subheading + Notes">
    <p:spTree>
      <p:nvGrpSpPr>
        <p:cNvPr id="1" name=""/>
        <p:cNvGrpSpPr/>
        <p:nvPr/>
      </p:nvGrpSpPr>
      <p:grpSpPr>
        <a:xfrm>
          <a:off x="0" y="0"/>
          <a:ext cx="0" cy="0"/>
          <a:chOff x="0" y="0"/>
          <a:chExt cx="0" cy="0"/>
        </a:xfrm>
      </p:grpSpPr>
      <p:sp>
        <p:nvSpPr>
          <p:cNvPr id="22" name="Content Placeholder 20">
            <a:extLst>
              <a:ext uri="{FF2B5EF4-FFF2-40B4-BE49-F238E27FC236}">
                <a16:creationId xmlns:a16="http://schemas.microsoft.com/office/drawing/2014/main" id="{196D6582-4EEB-4B56-93E7-9140E1B674D7}"/>
              </a:ext>
            </a:extLst>
          </p:cNvPr>
          <p:cNvSpPr>
            <a:spLocks noGrp="1"/>
          </p:cNvSpPr>
          <p:nvPr>
            <p:ph sz="quarter" idx="38"/>
          </p:nvPr>
        </p:nvSpPr>
        <p:spPr>
          <a:xfrm>
            <a:off x="3594409" y="1617663"/>
            <a:ext cx="3474729" cy="47640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Content Placeholder 20">
            <a:extLst>
              <a:ext uri="{FF2B5EF4-FFF2-40B4-BE49-F238E27FC236}">
                <a16:creationId xmlns:a16="http://schemas.microsoft.com/office/drawing/2014/main" id="{E75F33F6-0A58-474C-B6DA-81A66074D158}"/>
              </a:ext>
            </a:extLst>
          </p:cNvPr>
          <p:cNvSpPr>
            <a:spLocks noGrp="1"/>
          </p:cNvSpPr>
          <p:nvPr>
            <p:ph sz="quarter" idx="39"/>
          </p:nvPr>
        </p:nvSpPr>
        <p:spPr>
          <a:xfrm>
            <a:off x="7693334" y="1618456"/>
            <a:ext cx="3473142" cy="47640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31" name="Straight Connector 30">
            <a:extLst>
              <a:ext uri="{FF2B5EF4-FFF2-40B4-BE49-F238E27FC236}">
                <a16:creationId xmlns:a16="http://schemas.microsoft.com/office/drawing/2014/main" id="{57405448-4BB4-44F3-B6CC-224CE96172CE}"/>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CBBF2B94-1837-4093-A56F-6E0AB2566174}"/>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8" name="Title 7">
            <a:extLst>
              <a:ext uri="{FF2B5EF4-FFF2-40B4-BE49-F238E27FC236}">
                <a16:creationId xmlns:a16="http://schemas.microsoft.com/office/drawing/2014/main" id="{1DC34ECF-03B3-486C-ADEE-66E4B678A63E}"/>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9768DEF-0460-4078-AA4F-6D46F32CBCD4}"/>
              </a:ext>
            </a:extLst>
          </p:cNvPr>
          <p:cNvSpPr>
            <a:spLocks noGrp="1"/>
          </p:cNvSpPr>
          <p:nvPr>
            <p:ph type="body" sz="quarter" idx="44"/>
          </p:nvPr>
        </p:nvSpPr>
        <p:spPr>
          <a:xfrm>
            <a:off x="511177" y="3492064"/>
            <a:ext cx="1947861" cy="2500312"/>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01473327"/>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lumn + Subheading + Notes + Statement">
    <p:spTree>
      <p:nvGrpSpPr>
        <p:cNvPr id="1" name=""/>
        <p:cNvGrpSpPr/>
        <p:nvPr/>
      </p:nvGrpSpPr>
      <p:grpSpPr>
        <a:xfrm>
          <a:off x="0" y="0"/>
          <a:ext cx="0" cy="0"/>
          <a:chOff x="0" y="0"/>
          <a:chExt cx="0" cy="0"/>
        </a:xfrm>
      </p:grpSpPr>
      <p:sp>
        <p:nvSpPr>
          <p:cNvPr id="22" name="Content Placeholder 20">
            <a:extLst>
              <a:ext uri="{FF2B5EF4-FFF2-40B4-BE49-F238E27FC236}">
                <a16:creationId xmlns:a16="http://schemas.microsoft.com/office/drawing/2014/main" id="{196D6582-4EEB-4B56-93E7-9140E1B674D7}"/>
              </a:ext>
            </a:extLst>
          </p:cNvPr>
          <p:cNvSpPr>
            <a:spLocks noGrp="1"/>
          </p:cNvSpPr>
          <p:nvPr>
            <p:ph sz="quarter" idx="38"/>
          </p:nvPr>
        </p:nvSpPr>
        <p:spPr>
          <a:xfrm>
            <a:off x="3594409" y="1617663"/>
            <a:ext cx="3987491" cy="4764087"/>
          </a:xfr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31" name="Straight Connector 30">
            <a:extLst>
              <a:ext uri="{FF2B5EF4-FFF2-40B4-BE49-F238E27FC236}">
                <a16:creationId xmlns:a16="http://schemas.microsoft.com/office/drawing/2014/main" id="{57405448-4BB4-44F3-B6CC-224CE96172CE}"/>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CBBF2B94-1837-4093-A56F-6E0AB2566174}"/>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8" name="Title 7">
            <a:extLst>
              <a:ext uri="{FF2B5EF4-FFF2-40B4-BE49-F238E27FC236}">
                <a16:creationId xmlns:a16="http://schemas.microsoft.com/office/drawing/2014/main" id="{1DC34ECF-03B3-486C-ADEE-66E4B678A63E}"/>
              </a:ext>
            </a:extLst>
          </p:cNvPr>
          <p:cNvSpPr>
            <a:spLocks noGrp="1"/>
          </p:cNvSpPr>
          <p:nvPr>
            <p:ph type="title"/>
          </p:nvPr>
        </p:nvSpPr>
        <p:spPr/>
        <p:txBody>
          <a:bodyPr/>
          <a:lstStyle/>
          <a:p>
            <a:r>
              <a:rPr lang="en-US"/>
              <a:t>Click to edit Master title style</a:t>
            </a:r>
            <a:endParaRPr lang="en-GB"/>
          </a:p>
        </p:txBody>
      </p:sp>
      <p:sp>
        <p:nvSpPr>
          <p:cNvPr id="13" name="Content Placeholder 20">
            <a:extLst>
              <a:ext uri="{FF2B5EF4-FFF2-40B4-BE49-F238E27FC236}">
                <a16:creationId xmlns:a16="http://schemas.microsoft.com/office/drawing/2014/main" id="{EFA96B3F-6381-41B4-99C1-1577012ECA2E}"/>
              </a:ext>
            </a:extLst>
          </p:cNvPr>
          <p:cNvSpPr>
            <a:spLocks noGrp="1"/>
          </p:cNvSpPr>
          <p:nvPr>
            <p:ph sz="quarter" idx="44"/>
          </p:nvPr>
        </p:nvSpPr>
        <p:spPr>
          <a:xfrm>
            <a:off x="7693334" y="1618456"/>
            <a:ext cx="1936442" cy="4764087"/>
          </a:xfrm>
        </p:spPr>
        <p:txBody>
          <a:bodyPr/>
          <a:lstStyle>
            <a:lvl1pPr>
              <a:defRPr lang="en-US" sz="1600" b="0" dirty="0">
                <a:solidFill>
                  <a:schemeClr val="tx1"/>
                </a:solidFill>
                <a:latin typeface="Calibre Semibold" panose="020B0703030202060203" pitchFamily="34" charset="0"/>
                <a:ea typeface="+mn-ea"/>
                <a:cs typeface="+mn-cs"/>
              </a:defRPr>
            </a:lvl1pPr>
            <a:lvl2pPr>
              <a:defRPr lang="en-US" sz="1200" dirty="0">
                <a:solidFill>
                  <a:schemeClr val="tx1"/>
                </a:solidFill>
                <a:latin typeface="+mn-lt"/>
                <a:ea typeface="+mn-ea"/>
                <a:cs typeface="+mn-cs"/>
              </a:defRPr>
            </a:lvl2pPr>
            <a:lvl3pPr marL="171450" indent="-171450">
              <a:buFont typeface="Calibre" panose="020B0503030202060203" pitchFamily="34" charset="0"/>
              <a:buChar char="–"/>
              <a:defRPr lang="en-US" sz="1200" dirty="0">
                <a:solidFill>
                  <a:schemeClr val="tx1"/>
                </a:solidFill>
                <a:latin typeface="+mn-lt"/>
                <a:ea typeface="+mn-ea"/>
                <a:cs typeface="+mn-cs"/>
              </a:defRPr>
            </a:lvl3pPr>
            <a:lvl4pPr marL="356616">
              <a:defRPr lang="en-US" sz="1200" b="0" dirty="0">
                <a:solidFill>
                  <a:schemeClr val="tx1"/>
                </a:solidFill>
                <a:latin typeface="+mn-lt"/>
                <a:ea typeface="+mn-ea"/>
                <a:cs typeface="+mn-cs"/>
              </a:defRPr>
            </a:lvl4pPr>
            <a:lvl5pPr marL="0" indent="0">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defRPr lang="en-US" sz="1050" b="0" dirty="0" smtClean="0">
                <a:solidFill>
                  <a:schemeClr val="tx1"/>
                </a:solidFill>
                <a:latin typeface="+mn-lt"/>
                <a:ea typeface="+mn-ea"/>
                <a:cs typeface="+mn-cs"/>
              </a:defRPr>
            </a:lvl7pPr>
            <a:lvl8pPr marL="171450" indent="-171450">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86583EB0-4FA6-4DEB-9FDE-DBF8F93F09D7}"/>
              </a:ext>
            </a:extLst>
          </p:cNvPr>
          <p:cNvSpPr>
            <a:spLocks noGrp="1"/>
          </p:cNvSpPr>
          <p:nvPr>
            <p:ph type="body" sz="quarter" idx="45"/>
          </p:nvPr>
        </p:nvSpPr>
        <p:spPr>
          <a:xfrm>
            <a:off x="511177" y="3492063"/>
            <a:ext cx="1947861" cy="2500313"/>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17" name="Content Placeholder 20">
            <a:extLst>
              <a:ext uri="{FF2B5EF4-FFF2-40B4-BE49-F238E27FC236}">
                <a16:creationId xmlns:a16="http://schemas.microsoft.com/office/drawing/2014/main" id="{D077A3FF-C10A-4E33-8B14-34862DA36E03}"/>
              </a:ext>
            </a:extLst>
          </p:cNvPr>
          <p:cNvSpPr>
            <a:spLocks noGrp="1"/>
          </p:cNvSpPr>
          <p:nvPr>
            <p:ph sz="quarter" idx="49"/>
          </p:nvPr>
        </p:nvSpPr>
        <p:spPr>
          <a:xfrm>
            <a:off x="9742796" y="1613071"/>
            <a:ext cx="1936442" cy="4764087"/>
          </a:xfrm>
        </p:spPr>
        <p:txBody>
          <a:bodyPr/>
          <a:lstStyle>
            <a:lvl1pPr>
              <a:defRPr lang="en-US" sz="1600" b="0" dirty="0">
                <a:solidFill>
                  <a:schemeClr val="tx1"/>
                </a:solidFill>
                <a:latin typeface="Calibre Semibold" panose="020B0703030202060203" pitchFamily="34" charset="0"/>
                <a:ea typeface="+mn-ea"/>
                <a:cs typeface="+mn-cs"/>
              </a:defRPr>
            </a:lvl1pPr>
            <a:lvl2pPr>
              <a:defRPr lang="en-US" sz="1200" dirty="0">
                <a:solidFill>
                  <a:schemeClr val="tx1"/>
                </a:solidFill>
                <a:latin typeface="+mn-lt"/>
                <a:ea typeface="+mn-ea"/>
                <a:cs typeface="+mn-cs"/>
              </a:defRPr>
            </a:lvl2pPr>
            <a:lvl3pPr marL="171450" indent="-171450">
              <a:buFont typeface="Calibre" panose="020B0503030202060203" pitchFamily="34" charset="0"/>
              <a:buChar char="–"/>
              <a:defRPr lang="en-US" sz="1200" dirty="0">
                <a:solidFill>
                  <a:schemeClr val="tx1"/>
                </a:solidFill>
                <a:latin typeface="+mn-lt"/>
                <a:ea typeface="+mn-ea"/>
                <a:cs typeface="+mn-cs"/>
              </a:defRPr>
            </a:lvl3pPr>
            <a:lvl4pPr marL="356616">
              <a:defRPr lang="en-US" sz="1200" b="0" dirty="0">
                <a:solidFill>
                  <a:schemeClr val="tx1"/>
                </a:solidFill>
                <a:latin typeface="+mn-lt"/>
                <a:ea typeface="+mn-ea"/>
                <a:cs typeface="+mn-cs"/>
              </a:defRPr>
            </a:lvl4pPr>
            <a:lvl5pPr marL="0" indent="0">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defRPr lang="en-US" sz="1050" b="0" dirty="0" smtClean="0">
                <a:solidFill>
                  <a:schemeClr val="tx1"/>
                </a:solidFill>
                <a:latin typeface="+mn-lt"/>
                <a:ea typeface="+mn-ea"/>
                <a:cs typeface="+mn-cs"/>
              </a:defRPr>
            </a:lvl7pPr>
            <a:lvl8pPr marL="171450" indent="-171450">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4">
            <a:extLst>
              <a:ext uri="{FF2B5EF4-FFF2-40B4-BE49-F238E27FC236}">
                <a16:creationId xmlns:a16="http://schemas.microsoft.com/office/drawing/2014/main" id="{B12F6346-F7B7-4CBD-B310-A751C2E04BFE}"/>
              </a:ext>
            </a:extLst>
          </p:cNvPr>
          <p:cNvSpPr>
            <a:spLocks noGrp="1"/>
          </p:cNvSpPr>
          <p:nvPr>
            <p:ph type="body" sz="quarter" idx="12" hasCustomPrompt="1"/>
          </p:nvPr>
        </p:nvSpPr>
        <p:spPr>
          <a:xfrm>
            <a:off x="3584576" y="917539"/>
            <a:ext cx="3997324" cy="708232"/>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5" name="Text Placeholder 4">
            <a:extLst>
              <a:ext uri="{FF2B5EF4-FFF2-40B4-BE49-F238E27FC236}">
                <a16:creationId xmlns:a16="http://schemas.microsoft.com/office/drawing/2014/main" id="{06035AC2-FF22-4EA8-BC8D-9E1A1817689D}"/>
              </a:ext>
            </a:extLst>
          </p:cNvPr>
          <p:cNvSpPr>
            <a:spLocks noGrp="1"/>
          </p:cNvSpPr>
          <p:nvPr>
            <p:ph type="body" sz="quarter" idx="50" hasCustomPrompt="1"/>
          </p:nvPr>
        </p:nvSpPr>
        <p:spPr>
          <a:xfrm>
            <a:off x="7681911" y="917539"/>
            <a:ext cx="3997324" cy="708232"/>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Tree>
    <p:extLst>
      <p:ext uri="{BB962C8B-B14F-4D97-AF65-F5344CB8AC3E}">
        <p14:creationId xmlns:p14="http://schemas.microsoft.com/office/powerpoint/2010/main" val="1065728668"/>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3 Column +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62755-0C65-4BE0-A5A7-D86C17C7FA6A}"/>
              </a:ext>
            </a:extLst>
          </p:cNvPr>
          <p:cNvSpPr>
            <a:spLocks noGrp="1"/>
          </p:cNvSpPr>
          <p:nvPr>
            <p:ph type="title"/>
          </p:nvPr>
        </p:nvSpPr>
        <p:spPr/>
        <p:txBody>
          <a:bodyPr/>
          <a:lstStyle/>
          <a:p>
            <a:r>
              <a:rPr lang="en-US"/>
              <a:t>Click to edit Master title style</a:t>
            </a:r>
            <a:endParaRPr lang="en-GB"/>
          </a:p>
        </p:txBody>
      </p:sp>
      <p:sp>
        <p:nvSpPr>
          <p:cNvPr id="6" name="Content Placeholder 5">
            <a:extLst>
              <a:ext uri="{FF2B5EF4-FFF2-40B4-BE49-F238E27FC236}">
                <a16:creationId xmlns:a16="http://schemas.microsoft.com/office/drawing/2014/main" id="{E12F9A9A-F488-4434-A4E9-6067B6E3316D}"/>
              </a:ext>
            </a:extLst>
          </p:cNvPr>
          <p:cNvSpPr>
            <a:spLocks noGrp="1"/>
          </p:cNvSpPr>
          <p:nvPr>
            <p:ph sz="quarter" idx="47"/>
          </p:nvPr>
        </p:nvSpPr>
        <p:spPr>
          <a:xfrm>
            <a:off x="3584575" y="1615581"/>
            <a:ext cx="2451100" cy="477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Content Placeholder 5">
            <a:extLst>
              <a:ext uri="{FF2B5EF4-FFF2-40B4-BE49-F238E27FC236}">
                <a16:creationId xmlns:a16="http://schemas.microsoft.com/office/drawing/2014/main" id="{05E2AA67-294D-44E6-802E-395517F6C1A7}"/>
              </a:ext>
            </a:extLst>
          </p:cNvPr>
          <p:cNvSpPr>
            <a:spLocks noGrp="1"/>
          </p:cNvSpPr>
          <p:nvPr>
            <p:ph sz="quarter" idx="48"/>
          </p:nvPr>
        </p:nvSpPr>
        <p:spPr>
          <a:xfrm>
            <a:off x="6159500" y="1615581"/>
            <a:ext cx="2451100" cy="477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Content Placeholder 5">
            <a:extLst>
              <a:ext uri="{FF2B5EF4-FFF2-40B4-BE49-F238E27FC236}">
                <a16:creationId xmlns:a16="http://schemas.microsoft.com/office/drawing/2014/main" id="{8743C110-DC20-4390-A47A-8AB1F9DB5F4C}"/>
              </a:ext>
            </a:extLst>
          </p:cNvPr>
          <p:cNvSpPr>
            <a:spLocks noGrp="1"/>
          </p:cNvSpPr>
          <p:nvPr>
            <p:ph sz="quarter" idx="49"/>
          </p:nvPr>
        </p:nvSpPr>
        <p:spPr>
          <a:xfrm>
            <a:off x="8712200" y="1613050"/>
            <a:ext cx="2451100" cy="477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9303E485-437D-430C-90FD-0B098DCEC883}"/>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F82FCAD7-8E2A-406D-BD68-62118ED93FB4}"/>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4" name="Text Placeholder 3">
            <a:extLst>
              <a:ext uri="{FF2B5EF4-FFF2-40B4-BE49-F238E27FC236}">
                <a16:creationId xmlns:a16="http://schemas.microsoft.com/office/drawing/2014/main" id="{C8B1CD64-0C67-49B0-B205-0FAB935BCE68}"/>
              </a:ext>
            </a:extLst>
          </p:cNvPr>
          <p:cNvSpPr>
            <a:spLocks noGrp="1"/>
          </p:cNvSpPr>
          <p:nvPr>
            <p:ph type="body" sz="quarter" idx="50"/>
          </p:nvPr>
        </p:nvSpPr>
        <p:spPr>
          <a:xfrm>
            <a:off x="511177" y="3492063"/>
            <a:ext cx="1947861" cy="2500313"/>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17" name="Text Placeholder 4">
            <a:extLst>
              <a:ext uri="{FF2B5EF4-FFF2-40B4-BE49-F238E27FC236}">
                <a16:creationId xmlns:a16="http://schemas.microsoft.com/office/drawing/2014/main" id="{2105D293-36C8-4795-BA2C-142D7045B877}"/>
              </a:ext>
            </a:extLst>
          </p:cNvPr>
          <p:cNvSpPr>
            <a:spLocks noGrp="1"/>
          </p:cNvSpPr>
          <p:nvPr>
            <p:ph type="body" sz="quarter" idx="12" hasCustomPrompt="1"/>
          </p:nvPr>
        </p:nvSpPr>
        <p:spPr>
          <a:xfrm>
            <a:off x="3584575" y="921205"/>
            <a:ext cx="2460625" cy="57898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8" name="Text Placeholder 4">
            <a:extLst>
              <a:ext uri="{FF2B5EF4-FFF2-40B4-BE49-F238E27FC236}">
                <a16:creationId xmlns:a16="http://schemas.microsoft.com/office/drawing/2014/main" id="{CAE1EBDA-0010-4470-8206-608B7A3C82A6}"/>
              </a:ext>
            </a:extLst>
          </p:cNvPr>
          <p:cNvSpPr>
            <a:spLocks noGrp="1"/>
          </p:cNvSpPr>
          <p:nvPr>
            <p:ph type="body" sz="quarter" idx="54" hasCustomPrompt="1"/>
          </p:nvPr>
        </p:nvSpPr>
        <p:spPr>
          <a:xfrm>
            <a:off x="6154738" y="921205"/>
            <a:ext cx="2460625" cy="57898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9" name="Text Placeholder 4">
            <a:extLst>
              <a:ext uri="{FF2B5EF4-FFF2-40B4-BE49-F238E27FC236}">
                <a16:creationId xmlns:a16="http://schemas.microsoft.com/office/drawing/2014/main" id="{A5B5E27D-54D5-403F-8568-50B316DD39E9}"/>
              </a:ext>
            </a:extLst>
          </p:cNvPr>
          <p:cNvSpPr>
            <a:spLocks noGrp="1"/>
          </p:cNvSpPr>
          <p:nvPr>
            <p:ph type="body" sz="quarter" idx="55" hasCustomPrompt="1"/>
          </p:nvPr>
        </p:nvSpPr>
        <p:spPr>
          <a:xfrm>
            <a:off x="8707438" y="921204"/>
            <a:ext cx="2460625" cy="57898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Tree>
    <p:extLst>
      <p:ext uri="{BB962C8B-B14F-4D97-AF65-F5344CB8AC3E}">
        <p14:creationId xmlns:p14="http://schemas.microsoft.com/office/powerpoint/2010/main" val="1088641432"/>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 Full 3 Column +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62755-0C65-4BE0-A5A7-D86C17C7FA6A}"/>
              </a:ext>
            </a:extLst>
          </p:cNvPr>
          <p:cNvSpPr>
            <a:spLocks noGrp="1"/>
          </p:cNvSpPr>
          <p:nvPr>
            <p:ph type="title"/>
          </p:nvPr>
        </p:nvSpPr>
        <p:spPr/>
        <p:txBody>
          <a:bodyPr/>
          <a:lstStyle/>
          <a:p>
            <a:r>
              <a:rPr lang="en-US"/>
              <a:t>Click to edit Master title style</a:t>
            </a:r>
            <a:endParaRPr lang="en-GB"/>
          </a:p>
        </p:txBody>
      </p:sp>
      <p:cxnSp>
        <p:nvCxnSpPr>
          <p:cNvPr id="15" name="Straight Connector 14">
            <a:extLst>
              <a:ext uri="{FF2B5EF4-FFF2-40B4-BE49-F238E27FC236}">
                <a16:creationId xmlns:a16="http://schemas.microsoft.com/office/drawing/2014/main" id="{9303E485-437D-430C-90FD-0B098DCEC883}"/>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F82FCAD7-8E2A-406D-BD68-62118ED93FB4}"/>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4" name="Text Placeholder 3">
            <a:extLst>
              <a:ext uri="{FF2B5EF4-FFF2-40B4-BE49-F238E27FC236}">
                <a16:creationId xmlns:a16="http://schemas.microsoft.com/office/drawing/2014/main" id="{B5A2922C-5DB8-476B-826A-BA3C966144E5}"/>
              </a:ext>
            </a:extLst>
          </p:cNvPr>
          <p:cNvSpPr>
            <a:spLocks noGrp="1"/>
          </p:cNvSpPr>
          <p:nvPr>
            <p:ph type="body" sz="quarter" idx="55"/>
          </p:nvPr>
        </p:nvSpPr>
        <p:spPr>
          <a:xfrm>
            <a:off x="511177" y="3492064"/>
            <a:ext cx="1947861" cy="2500312"/>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20" name="Content Placeholder 6">
            <a:extLst>
              <a:ext uri="{FF2B5EF4-FFF2-40B4-BE49-F238E27FC236}">
                <a16:creationId xmlns:a16="http://schemas.microsoft.com/office/drawing/2014/main" id="{5166DCB1-FD12-4DE9-BE8B-A100E8A45225}"/>
              </a:ext>
            </a:extLst>
          </p:cNvPr>
          <p:cNvSpPr>
            <a:spLocks noGrp="1"/>
          </p:cNvSpPr>
          <p:nvPr>
            <p:ph sz="quarter" idx="11"/>
          </p:nvPr>
        </p:nvSpPr>
        <p:spPr>
          <a:xfrm>
            <a:off x="3584575" y="476250"/>
            <a:ext cx="2451100" cy="4149725"/>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6">
            <a:extLst>
              <a:ext uri="{FF2B5EF4-FFF2-40B4-BE49-F238E27FC236}">
                <a16:creationId xmlns:a16="http://schemas.microsoft.com/office/drawing/2014/main" id="{B10A6D5A-CF17-494C-B79D-8B190AC3C1D8}"/>
              </a:ext>
            </a:extLst>
          </p:cNvPr>
          <p:cNvSpPr>
            <a:spLocks noGrp="1"/>
          </p:cNvSpPr>
          <p:nvPr>
            <p:ph sz="quarter" idx="62"/>
          </p:nvPr>
        </p:nvSpPr>
        <p:spPr>
          <a:xfrm>
            <a:off x="6159500" y="476250"/>
            <a:ext cx="2451100" cy="4149725"/>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6">
            <a:extLst>
              <a:ext uri="{FF2B5EF4-FFF2-40B4-BE49-F238E27FC236}">
                <a16:creationId xmlns:a16="http://schemas.microsoft.com/office/drawing/2014/main" id="{DE76B683-CDAD-48A2-9A52-3D2B81031811}"/>
              </a:ext>
            </a:extLst>
          </p:cNvPr>
          <p:cNvSpPr>
            <a:spLocks noGrp="1"/>
          </p:cNvSpPr>
          <p:nvPr>
            <p:ph sz="quarter" idx="63"/>
          </p:nvPr>
        </p:nvSpPr>
        <p:spPr>
          <a:xfrm>
            <a:off x="8712200" y="476250"/>
            <a:ext cx="2451100" cy="4149725"/>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4">
            <a:extLst>
              <a:ext uri="{FF2B5EF4-FFF2-40B4-BE49-F238E27FC236}">
                <a16:creationId xmlns:a16="http://schemas.microsoft.com/office/drawing/2014/main" id="{2630DAAF-DCA1-445B-896D-CAC3D6E017A6}"/>
              </a:ext>
            </a:extLst>
          </p:cNvPr>
          <p:cNvSpPr>
            <a:spLocks noGrp="1"/>
          </p:cNvSpPr>
          <p:nvPr>
            <p:ph type="body" sz="quarter" idx="10"/>
          </p:nvPr>
        </p:nvSpPr>
        <p:spPr>
          <a:xfrm>
            <a:off x="3584575" y="4727575"/>
            <a:ext cx="2451100" cy="1654175"/>
          </a:xfrm>
          <a:solidFill>
            <a:schemeClr val="accent3">
              <a:alpha val="30000"/>
            </a:schemeClr>
          </a:solidFill>
        </p:spPr>
        <p:txBody>
          <a:bodyPr lIns="73152" bIns="73152"/>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6" name="Text Placeholder 4">
            <a:extLst>
              <a:ext uri="{FF2B5EF4-FFF2-40B4-BE49-F238E27FC236}">
                <a16:creationId xmlns:a16="http://schemas.microsoft.com/office/drawing/2014/main" id="{D68FDF7A-9608-4A6B-B581-55300ABE2FCF}"/>
              </a:ext>
            </a:extLst>
          </p:cNvPr>
          <p:cNvSpPr>
            <a:spLocks noGrp="1"/>
          </p:cNvSpPr>
          <p:nvPr>
            <p:ph type="body" sz="quarter" idx="64"/>
          </p:nvPr>
        </p:nvSpPr>
        <p:spPr>
          <a:xfrm>
            <a:off x="6156327" y="4727575"/>
            <a:ext cx="2451100" cy="1654175"/>
          </a:xfrm>
          <a:solidFill>
            <a:schemeClr val="accent3">
              <a:alpha val="30000"/>
            </a:schemeClr>
          </a:solidFill>
        </p:spPr>
        <p:txBody>
          <a:bodyPr lIns="73152" bIns="73152"/>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4">
            <a:extLst>
              <a:ext uri="{FF2B5EF4-FFF2-40B4-BE49-F238E27FC236}">
                <a16:creationId xmlns:a16="http://schemas.microsoft.com/office/drawing/2014/main" id="{CAE8C12F-CC63-4C84-ACEC-AE6C1FB6B298}"/>
              </a:ext>
            </a:extLst>
          </p:cNvPr>
          <p:cNvSpPr>
            <a:spLocks noGrp="1"/>
          </p:cNvSpPr>
          <p:nvPr>
            <p:ph type="body" sz="quarter" idx="65"/>
          </p:nvPr>
        </p:nvSpPr>
        <p:spPr>
          <a:xfrm>
            <a:off x="8707438" y="4727574"/>
            <a:ext cx="2451100" cy="1654175"/>
          </a:xfrm>
          <a:solidFill>
            <a:schemeClr val="accent3">
              <a:alpha val="30000"/>
            </a:schemeClr>
          </a:solidFill>
        </p:spPr>
        <p:txBody>
          <a:bodyPr lIns="73152" bIns="73152"/>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24993075"/>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 Image 3 Column +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62755-0C65-4BE0-A5A7-D86C17C7FA6A}"/>
              </a:ext>
            </a:extLst>
          </p:cNvPr>
          <p:cNvSpPr>
            <a:spLocks noGrp="1"/>
          </p:cNvSpPr>
          <p:nvPr>
            <p:ph type="title"/>
          </p:nvPr>
        </p:nvSpPr>
        <p:spPr/>
        <p:txBody>
          <a:bodyPr/>
          <a:lstStyle/>
          <a:p>
            <a:r>
              <a:rPr lang="en-US"/>
              <a:t>Click to edit Master title style</a:t>
            </a:r>
            <a:endParaRPr lang="en-GB"/>
          </a:p>
        </p:txBody>
      </p:sp>
      <p:cxnSp>
        <p:nvCxnSpPr>
          <p:cNvPr id="15" name="Straight Connector 14">
            <a:extLst>
              <a:ext uri="{FF2B5EF4-FFF2-40B4-BE49-F238E27FC236}">
                <a16:creationId xmlns:a16="http://schemas.microsoft.com/office/drawing/2014/main" id="{9303E485-437D-430C-90FD-0B098DCEC883}"/>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F82FCAD7-8E2A-406D-BD68-62118ED93FB4}"/>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18" name="Text Placeholder 13">
            <a:extLst>
              <a:ext uri="{FF2B5EF4-FFF2-40B4-BE49-F238E27FC236}">
                <a16:creationId xmlns:a16="http://schemas.microsoft.com/office/drawing/2014/main" id="{17CE7236-8CBB-4625-955D-4A2E27F5CC82}"/>
              </a:ext>
            </a:extLst>
          </p:cNvPr>
          <p:cNvSpPr>
            <a:spLocks noGrp="1"/>
          </p:cNvSpPr>
          <p:nvPr>
            <p:ph type="body" sz="quarter" idx="37"/>
          </p:nvPr>
        </p:nvSpPr>
        <p:spPr>
          <a:xfrm>
            <a:off x="3584575" y="3478213"/>
            <a:ext cx="2460625" cy="2693987"/>
          </a:xfrm>
        </p:spPr>
        <p:txBody>
          <a:bodyPr tIns="0"/>
          <a:lstStyle>
            <a:lvl1pPr>
              <a:spcAft>
                <a:spcPts val="0"/>
              </a:spcAft>
              <a:defRPr>
                <a:solidFill>
                  <a:schemeClr val="tx1"/>
                </a:solidFill>
                <a:latin typeface="Calibre Semibold" panose="020B0703030202060203" pitchFamily="34" charset="0"/>
              </a:defRPr>
            </a:lvl1pPr>
            <a:lvl2pPr marL="0" indent="0">
              <a:buFontTx/>
              <a:buNone/>
              <a:defRPr sz="2200">
                <a:solidFill>
                  <a:schemeClr val="tx1"/>
                </a:solidFill>
                <a:latin typeface="Calibre Light" panose="020B0303030202060203" pitchFamily="34" charset="0"/>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3">
            <a:extLst>
              <a:ext uri="{FF2B5EF4-FFF2-40B4-BE49-F238E27FC236}">
                <a16:creationId xmlns:a16="http://schemas.microsoft.com/office/drawing/2014/main" id="{A87E9A59-7A55-434F-8D1C-0C9DCD366770}"/>
              </a:ext>
            </a:extLst>
          </p:cNvPr>
          <p:cNvSpPr>
            <a:spLocks noGrp="1"/>
          </p:cNvSpPr>
          <p:nvPr>
            <p:ph type="body" sz="quarter" idx="39"/>
          </p:nvPr>
        </p:nvSpPr>
        <p:spPr>
          <a:xfrm>
            <a:off x="6155270" y="3478213"/>
            <a:ext cx="2451097" cy="2693987"/>
          </a:xfrm>
        </p:spPr>
        <p:txBody>
          <a:bodyPr tIns="0"/>
          <a:lstStyle>
            <a:lvl1pPr>
              <a:spcAft>
                <a:spcPts val="0"/>
              </a:spcAft>
              <a:defRPr>
                <a:solidFill>
                  <a:schemeClr val="tx1"/>
                </a:solidFill>
                <a:latin typeface="Calibre Semibold" panose="020B0703030202060203" pitchFamily="34" charset="0"/>
              </a:defRPr>
            </a:lvl1pPr>
            <a:lvl2pPr marL="0" indent="0">
              <a:buFontTx/>
              <a:buNone/>
              <a:defRPr sz="2200">
                <a:solidFill>
                  <a:schemeClr val="tx1"/>
                </a:solidFill>
                <a:latin typeface="Calibre Light" panose="020B0303030202060203" pitchFamily="34" charset="0"/>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Text Placeholder 13">
            <a:extLst>
              <a:ext uri="{FF2B5EF4-FFF2-40B4-BE49-F238E27FC236}">
                <a16:creationId xmlns:a16="http://schemas.microsoft.com/office/drawing/2014/main" id="{6209132C-9A7A-484F-9D6B-45592AEFBE4A}"/>
              </a:ext>
            </a:extLst>
          </p:cNvPr>
          <p:cNvSpPr>
            <a:spLocks noGrp="1"/>
          </p:cNvSpPr>
          <p:nvPr>
            <p:ph type="body" sz="quarter" idx="41"/>
          </p:nvPr>
        </p:nvSpPr>
        <p:spPr>
          <a:xfrm>
            <a:off x="8707438" y="3478213"/>
            <a:ext cx="2468858" cy="2693987"/>
          </a:xfrm>
        </p:spPr>
        <p:txBody>
          <a:bodyPr tIns="0"/>
          <a:lstStyle>
            <a:lvl1pPr>
              <a:spcAft>
                <a:spcPts val="0"/>
              </a:spcAft>
              <a:defRPr>
                <a:solidFill>
                  <a:schemeClr val="tx1"/>
                </a:solidFill>
                <a:latin typeface="Calibre Semibold" panose="020B0703030202060203" pitchFamily="34" charset="0"/>
              </a:defRPr>
            </a:lvl1pPr>
            <a:lvl2pPr marL="0" indent="0">
              <a:buFontTx/>
              <a:buNone/>
              <a:defRPr sz="2200">
                <a:solidFill>
                  <a:schemeClr val="tx1"/>
                </a:solidFill>
                <a:latin typeface="Calibre Light" panose="020B0303030202060203" pitchFamily="34" charset="0"/>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Picture Placeholder 11">
            <a:extLst>
              <a:ext uri="{FF2B5EF4-FFF2-40B4-BE49-F238E27FC236}">
                <a16:creationId xmlns:a16="http://schemas.microsoft.com/office/drawing/2014/main" id="{F5863F80-DEFD-4E1D-B527-6D80C6B88188}"/>
              </a:ext>
            </a:extLst>
          </p:cNvPr>
          <p:cNvSpPr>
            <a:spLocks noGrp="1"/>
          </p:cNvSpPr>
          <p:nvPr>
            <p:ph type="pic" sz="quarter" idx="42"/>
          </p:nvPr>
        </p:nvSpPr>
        <p:spPr>
          <a:xfrm>
            <a:off x="3584575" y="1601788"/>
            <a:ext cx="2457450" cy="1562100"/>
          </a:xfrm>
          <a:noFill/>
        </p:spPr>
        <p:txBody>
          <a:bodyPr/>
          <a:lstStyle/>
          <a:p>
            <a:r>
              <a:rPr lang="en-US"/>
              <a:t>Click icon to add picture</a:t>
            </a:r>
            <a:endParaRPr lang="en-GB"/>
          </a:p>
        </p:txBody>
      </p:sp>
      <p:sp>
        <p:nvSpPr>
          <p:cNvPr id="23" name="Picture Placeholder 11">
            <a:extLst>
              <a:ext uri="{FF2B5EF4-FFF2-40B4-BE49-F238E27FC236}">
                <a16:creationId xmlns:a16="http://schemas.microsoft.com/office/drawing/2014/main" id="{1ABC8741-43F1-4A15-8BF4-505E3E27EE0E}"/>
              </a:ext>
            </a:extLst>
          </p:cNvPr>
          <p:cNvSpPr>
            <a:spLocks noGrp="1"/>
          </p:cNvSpPr>
          <p:nvPr>
            <p:ph type="pic" sz="quarter" idx="52"/>
          </p:nvPr>
        </p:nvSpPr>
        <p:spPr>
          <a:xfrm>
            <a:off x="6149977" y="1601788"/>
            <a:ext cx="2451097" cy="1562100"/>
          </a:xfrm>
          <a:noFill/>
        </p:spPr>
        <p:txBody>
          <a:bodyPr/>
          <a:lstStyle/>
          <a:p>
            <a:r>
              <a:rPr lang="en-US"/>
              <a:t>Click icon to add picture</a:t>
            </a:r>
            <a:endParaRPr lang="en-GB"/>
          </a:p>
        </p:txBody>
      </p:sp>
      <p:sp>
        <p:nvSpPr>
          <p:cNvPr id="27" name="Picture Placeholder 11">
            <a:extLst>
              <a:ext uri="{FF2B5EF4-FFF2-40B4-BE49-F238E27FC236}">
                <a16:creationId xmlns:a16="http://schemas.microsoft.com/office/drawing/2014/main" id="{39D9A9A2-3D13-43EA-8AA3-15C6AC783747}"/>
              </a:ext>
            </a:extLst>
          </p:cNvPr>
          <p:cNvSpPr>
            <a:spLocks noGrp="1"/>
          </p:cNvSpPr>
          <p:nvPr>
            <p:ph type="pic" sz="quarter" idx="44"/>
          </p:nvPr>
        </p:nvSpPr>
        <p:spPr>
          <a:xfrm>
            <a:off x="8715378" y="1601788"/>
            <a:ext cx="2451097" cy="1562100"/>
          </a:xfrm>
          <a:noFill/>
        </p:spPr>
        <p:txBody>
          <a:bodyPr/>
          <a:lstStyle/>
          <a:p>
            <a:r>
              <a:rPr lang="en-US"/>
              <a:t>Click icon to add picture</a:t>
            </a:r>
            <a:endParaRPr lang="en-GB"/>
          </a:p>
        </p:txBody>
      </p:sp>
      <p:sp>
        <p:nvSpPr>
          <p:cNvPr id="4" name="Text Placeholder 3">
            <a:extLst>
              <a:ext uri="{FF2B5EF4-FFF2-40B4-BE49-F238E27FC236}">
                <a16:creationId xmlns:a16="http://schemas.microsoft.com/office/drawing/2014/main" id="{EF283AF0-165C-4C26-8710-BC167331F76B}"/>
              </a:ext>
            </a:extLst>
          </p:cNvPr>
          <p:cNvSpPr>
            <a:spLocks noGrp="1"/>
          </p:cNvSpPr>
          <p:nvPr>
            <p:ph type="body" sz="quarter" idx="53"/>
          </p:nvPr>
        </p:nvSpPr>
        <p:spPr>
          <a:xfrm>
            <a:off x="511177" y="3492063"/>
            <a:ext cx="1947861" cy="2500313"/>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25" name="Text Placeholder 4">
            <a:extLst>
              <a:ext uri="{FF2B5EF4-FFF2-40B4-BE49-F238E27FC236}">
                <a16:creationId xmlns:a16="http://schemas.microsoft.com/office/drawing/2014/main" id="{20681946-647E-4E3E-941A-BC2F1D9DAA1D}"/>
              </a:ext>
            </a:extLst>
          </p:cNvPr>
          <p:cNvSpPr>
            <a:spLocks noGrp="1"/>
          </p:cNvSpPr>
          <p:nvPr>
            <p:ph type="body" sz="quarter" idx="12" hasCustomPrompt="1"/>
          </p:nvPr>
        </p:nvSpPr>
        <p:spPr>
          <a:xfrm>
            <a:off x="3584575" y="921205"/>
            <a:ext cx="2460625" cy="57898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26" name="Text Placeholder 4">
            <a:extLst>
              <a:ext uri="{FF2B5EF4-FFF2-40B4-BE49-F238E27FC236}">
                <a16:creationId xmlns:a16="http://schemas.microsoft.com/office/drawing/2014/main" id="{DBABE035-9F36-4B39-A8E7-A443D797A644}"/>
              </a:ext>
            </a:extLst>
          </p:cNvPr>
          <p:cNvSpPr>
            <a:spLocks noGrp="1"/>
          </p:cNvSpPr>
          <p:nvPr>
            <p:ph type="body" sz="quarter" idx="57" hasCustomPrompt="1"/>
          </p:nvPr>
        </p:nvSpPr>
        <p:spPr>
          <a:xfrm>
            <a:off x="6154738" y="921205"/>
            <a:ext cx="2460625" cy="57898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28" name="Text Placeholder 4">
            <a:extLst>
              <a:ext uri="{FF2B5EF4-FFF2-40B4-BE49-F238E27FC236}">
                <a16:creationId xmlns:a16="http://schemas.microsoft.com/office/drawing/2014/main" id="{A441C666-72B0-4C16-80B2-45F23F4C2E28}"/>
              </a:ext>
            </a:extLst>
          </p:cNvPr>
          <p:cNvSpPr>
            <a:spLocks noGrp="1"/>
          </p:cNvSpPr>
          <p:nvPr>
            <p:ph type="body" sz="quarter" idx="58" hasCustomPrompt="1"/>
          </p:nvPr>
        </p:nvSpPr>
        <p:spPr>
          <a:xfrm>
            <a:off x="8707438" y="921204"/>
            <a:ext cx="2460625" cy="57898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Tree>
    <p:extLst>
      <p:ext uri="{BB962C8B-B14F-4D97-AF65-F5344CB8AC3E}">
        <p14:creationId xmlns:p14="http://schemas.microsoft.com/office/powerpoint/2010/main" val="2355173317"/>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 Image 3 Column + N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62755-0C65-4BE0-A5A7-D86C17C7FA6A}"/>
              </a:ext>
            </a:extLst>
          </p:cNvPr>
          <p:cNvSpPr>
            <a:spLocks noGrp="1"/>
          </p:cNvSpPr>
          <p:nvPr>
            <p:ph type="title"/>
          </p:nvPr>
        </p:nvSpPr>
        <p:spPr/>
        <p:txBody>
          <a:bodyPr/>
          <a:lstStyle/>
          <a:p>
            <a:r>
              <a:rPr lang="en-US"/>
              <a:t>Click to edit Master title style</a:t>
            </a:r>
            <a:endParaRPr lang="en-GB"/>
          </a:p>
        </p:txBody>
      </p:sp>
      <p:cxnSp>
        <p:nvCxnSpPr>
          <p:cNvPr id="15" name="Straight Connector 14">
            <a:extLst>
              <a:ext uri="{FF2B5EF4-FFF2-40B4-BE49-F238E27FC236}">
                <a16:creationId xmlns:a16="http://schemas.microsoft.com/office/drawing/2014/main" id="{9303E485-437D-430C-90FD-0B098DCEC883}"/>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F82FCAD7-8E2A-406D-BD68-62118ED93FB4}"/>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18" name="Text Placeholder 13">
            <a:extLst>
              <a:ext uri="{FF2B5EF4-FFF2-40B4-BE49-F238E27FC236}">
                <a16:creationId xmlns:a16="http://schemas.microsoft.com/office/drawing/2014/main" id="{17CE7236-8CBB-4625-955D-4A2E27F5CC82}"/>
              </a:ext>
            </a:extLst>
          </p:cNvPr>
          <p:cNvSpPr>
            <a:spLocks noGrp="1"/>
          </p:cNvSpPr>
          <p:nvPr>
            <p:ph type="body" sz="quarter" idx="37"/>
          </p:nvPr>
        </p:nvSpPr>
        <p:spPr>
          <a:xfrm>
            <a:off x="3584575" y="3478213"/>
            <a:ext cx="2460625" cy="2693987"/>
          </a:xfrm>
        </p:spPr>
        <p:txBody>
          <a:bodyPr tIns="0"/>
          <a:lstStyle>
            <a:lvl1pPr>
              <a:spcAft>
                <a:spcPts val="0"/>
              </a:spcAft>
              <a:defRPr>
                <a:solidFill>
                  <a:schemeClr val="tx1"/>
                </a:solidFill>
                <a:latin typeface="Calibre Semibold" panose="020B0703030202060203" pitchFamily="34" charset="0"/>
              </a:defRPr>
            </a:lvl1pPr>
            <a:lvl2pPr marL="0" indent="0">
              <a:buFontTx/>
              <a:buNone/>
              <a:defRPr sz="2200">
                <a:solidFill>
                  <a:schemeClr val="tx1"/>
                </a:solidFill>
                <a:latin typeface="Calibre Light" panose="020B0303030202060203" pitchFamily="34" charset="0"/>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3">
            <a:extLst>
              <a:ext uri="{FF2B5EF4-FFF2-40B4-BE49-F238E27FC236}">
                <a16:creationId xmlns:a16="http://schemas.microsoft.com/office/drawing/2014/main" id="{A87E9A59-7A55-434F-8D1C-0C9DCD366770}"/>
              </a:ext>
            </a:extLst>
          </p:cNvPr>
          <p:cNvSpPr>
            <a:spLocks noGrp="1"/>
          </p:cNvSpPr>
          <p:nvPr>
            <p:ph type="body" sz="quarter" idx="39"/>
          </p:nvPr>
        </p:nvSpPr>
        <p:spPr>
          <a:xfrm>
            <a:off x="6155270" y="3478213"/>
            <a:ext cx="2451097" cy="2693987"/>
          </a:xfrm>
        </p:spPr>
        <p:txBody>
          <a:bodyPr tIns="0"/>
          <a:lstStyle>
            <a:lvl1pPr>
              <a:spcAft>
                <a:spcPts val="0"/>
              </a:spcAft>
              <a:defRPr>
                <a:solidFill>
                  <a:schemeClr val="tx1"/>
                </a:solidFill>
                <a:latin typeface="Calibre Semibold" panose="020B0703030202060203" pitchFamily="34" charset="0"/>
              </a:defRPr>
            </a:lvl1pPr>
            <a:lvl2pPr marL="0" indent="0">
              <a:buFontTx/>
              <a:buNone/>
              <a:defRPr sz="2200">
                <a:solidFill>
                  <a:schemeClr val="tx1"/>
                </a:solidFill>
                <a:latin typeface="Calibre Light" panose="020B0303030202060203" pitchFamily="34" charset="0"/>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Text Placeholder 13">
            <a:extLst>
              <a:ext uri="{FF2B5EF4-FFF2-40B4-BE49-F238E27FC236}">
                <a16:creationId xmlns:a16="http://schemas.microsoft.com/office/drawing/2014/main" id="{6209132C-9A7A-484F-9D6B-45592AEFBE4A}"/>
              </a:ext>
            </a:extLst>
          </p:cNvPr>
          <p:cNvSpPr>
            <a:spLocks noGrp="1"/>
          </p:cNvSpPr>
          <p:nvPr>
            <p:ph type="body" sz="quarter" idx="41"/>
          </p:nvPr>
        </p:nvSpPr>
        <p:spPr>
          <a:xfrm>
            <a:off x="8707438" y="3478213"/>
            <a:ext cx="2468858" cy="2693987"/>
          </a:xfrm>
        </p:spPr>
        <p:txBody>
          <a:bodyPr tIns="0"/>
          <a:lstStyle>
            <a:lvl1pPr>
              <a:spcAft>
                <a:spcPts val="0"/>
              </a:spcAft>
              <a:defRPr>
                <a:solidFill>
                  <a:schemeClr val="tx1"/>
                </a:solidFill>
                <a:latin typeface="Calibre Semibold" panose="020B0703030202060203" pitchFamily="34" charset="0"/>
              </a:defRPr>
            </a:lvl1pPr>
            <a:lvl2pPr marL="0" indent="0">
              <a:buFontTx/>
              <a:buNone/>
              <a:defRPr sz="2200">
                <a:solidFill>
                  <a:schemeClr val="tx1"/>
                </a:solidFill>
                <a:latin typeface="Calibre Light" panose="020B0303030202060203" pitchFamily="34" charset="0"/>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Picture Placeholder 11">
            <a:extLst>
              <a:ext uri="{FF2B5EF4-FFF2-40B4-BE49-F238E27FC236}">
                <a16:creationId xmlns:a16="http://schemas.microsoft.com/office/drawing/2014/main" id="{F5863F80-DEFD-4E1D-B527-6D80C6B88188}"/>
              </a:ext>
            </a:extLst>
          </p:cNvPr>
          <p:cNvSpPr>
            <a:spLocks noGrp="1"/>
          </p:cNvSpPr>
          <p:nvPr>
            <p:ph type="pic" sz="quarter" idx="42"/>
          </p:nvPr>
        </p:nvSpPr>
        <p:spPr>
          <a:xfrm>
            <a:off x="3584575" y="1601788"/>
            <a:ext cx="2457450" cy="1562100"/>
          </a:xfrm>
          <a:noFill/>
        </p:spPr>
        <p:txBody>
          <a:bodyPr/>
          <a:lstStyle/>
          <a:p>
            <a:r>
              <a:rPr lang="en-US"/>
              <a:t>Click icon to add picture</a:t>
            </a:r>
            <a:endParaRPr lang="en-GB"/>
          </a:p>
        </p:txBody>
      </p:sp>
      <p:sp>
        <p:nvSpPr>
          <p:cNvPr id="23" name="Picture Placeholder 11">
            <a:extLst>
              <a:ext uri="{FF2B5EF4-FFF2-40B4-BE49-F238E27FC236}">
                <a16:creationId xmlns:a16="http://schemas.microsoft.com/office/drawing/2014/main" id="{1ABC8741-43F1-4A15-8BF4-505E3E27EE0E}"/>
              </a:ext>
            </a:extLst>
          </p:cNvPr>
          <p:cNvSpPr>
            <a:spLocks noGrp="1"/>
          </p:cNvSpPr>
          <p:nvPr>
            <p:ph type="pic" sz="quarter" idx="52"/>
          </p:nvPr>
        </p:nvSpPr>
        <p:spPr>
          <a:xfrm>
            <a:off x="6149977" y="1601788"/>
            <a:ext cx="2451097" cy="1562100"/>
          </a:xfrm>
          <a:noFill/>
        </p:spPr>
        <p:txBody>
          <a:bodyPr/>
          <a:lstStyle/>
          <a:p>
            <a:r>
              <a:rPr lang="en-US"/>
              <a:t>Click icon to add picture</a:t>
            </a:r>
            <a:endParaRPr lang="en-GB"/>
          </a:p>
        </p:txBody>
      </p:sp>
      <p:sp>
        <p:nvSpPr>
          <p:cNvPr id="27" name="Picture Placeholder 11">
            <a:extLst>
              <a:ext uri="{FF2B5EF4-FFF2-40B4-BE49-F238E27FC236}">
                <a16:creationId xmlns:a16="http://schemas.microsoft.com/office/drawing/2014/main" id="{39D9A9A2-3D13-43EA-8AA3-15C6AC783747}"/>
              </a:ext>
            </a:extLst>
          </p:cNvPr>
          <p:cNvSpPr>
            <a:spLocks noGrp="1"/>
          </p:cNvSpPr>
          <p:nvPr>
            <p:ph type="pic" sz="quarter" idx="44"/>
          </p:nvPr>
        </p:nvSpPr>
        <p:spPr>
          <a:xfrm>
            <a:off x="8715378" y="1601788"/>
            <a:ext cx="2451097" cy="1562100"/>
          </a:xfrm>
          <a:noFill/>
        </p:spPr>
        <p:txBody>
          <a:bodyPr/>
          <a:lstStyle/>
          <a:p>
            <a:r>
              <a:rPr lang="en-US"/>
              <a:t>Click icon to add picture</a:t>
            </a:r>
            <a:endParaRPr lang="en-GB"/>
          </a:p>
        </p:txBody>
      </p:sp>
      <p:sp>
        <p:nvSpPr>
          <p:cNvPr id="4" name="Text Placeholder 3">
            <a:extLst>
              <a:ext uri="{FF2B5EF4-FFF2-40B4-BE49-F238E27FC236}">
                <a16:creationId xmlns:a16="http://schemas.microsoft.com/office/drawing/2014/main" id="{38BB620A-70FA-47B5-9375-63E2EDE2AC69}"/>
              </a:ext>
            </a:extLst>
          </p:cNvPr>
          <p:cNvSpPr>
            <a:spLocks noGrp="1"/>
          </p:cNvSpPr>
          <p:nvPr>
            <p:ph type="body" sz="quarter" idx="53"/>
          </p:nvPr>
        </p:nvSpPr>
        <p:spPr>
          <a:xfrm>
            <a:off x="511177" y="3492063"/>
            <a:ext cx="1947861" cy="2500313"/>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17" name="Text Placeholder 4">
            <a:extLst>
              <a:ext uri="{FF2B5EF4-FFF2-40B4-BE49-F238E27FC236}">
                <a16:creationId xmlns:a16="http://schemas.microsoft.com/office/drawing/2014/main" id="{F59B7FF5-843D-43B0-9504-87FD537AA22C}"/>
              </a:ext>
            </a:extLst>
          </p:cNvPr>
          <p:cNvSpPr>
            <a:spLocks noGrp="1"/>
          </p:cNvSpPr>
          <p:nvPr>
            <p:ph type="body" sz="quarter" idx="12" hasCustomPrompt="1"/>
          </p:nvPr>
        </p:nvSpPr>
        <p:spPr>
          <a:xfrm>
            <a:off x="3584575" y="921205"/>
            <a:ext cx="2460625" cy="57898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20" name="Text Placeholder 4">
            <a:extLst>
              <a:ext uri="{FF2B5EF4-FFF2-40B4-BE49-F238E27FC236}">
                <a16:creationId xmlns:a16="http://schemas.microsoft.com/office/drawing/2014/main" id="{60CA06D5-335E-4D4A-8354-C0F7A4C3186F}"/>
              </a:ext>
            </a:extLst>
          </p:cNvPr>
          <p:cNvSpPr>
            <a:spLocks noGrp="1"/>
          </p:cNvSpPr>
          <p:nvPr>
            <p:ph type="body" sz="quarter" idx="57" hasCustomPrompt="1"/>
          </p:nvPr>
        </p:nvSpPr>
        <p:spPr>
          <a:xfrm>
            <a:off x="6154738" y="921205"/>
            <a:ext cx="2460625" cy="57898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24" name="Text Placeholder 4">
            <a:extLst>
              <a:ext uri="{FF2B5EF4-FFF2-40B4-BE49-F238E27FC236}">
                <a16:creationId xmlns:a16="http://schemas.microsoft.com/office/drawing/2014/main" id="{651E9DA8-9494-4733-A4CC-603CB4DA1021}"/>
              </a:ext>
            </a:extLst>
          </p:cNvPr>
          <p:cNvSpPr>
            <a:spLocks noGrp="1"/>
          </p:cNvSpPr>
          <p:nvPr>
            <p:ph type="body" sz="quarter" idx="58" hasCustomPrompt="1"/>
          </p:nvPr>
        </p:nvSpPr>
        <p:spPr>
          <a:xfrm>
            <a:off x="8707438" y="921204"/>
            <a:ext cx="2460625" cy="57898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Tree>
    <p:extLst>
      <p:ext uri="{BB962C8B-B14F-4D97-AF65-F5344CB8AC3E}">
        <p14:creationId xmlns:p14="http://schemas.microsoft.com/office/powerpoint/2010/main" val="3511450188"/>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am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7B03FB-3DDD-43D5-937D-82E8E760CE61}"/>
              </a:ext>
            </a:extLst>
          </p:cNvPr>
          <p:cNvSpPr>
            <a:spLocks noGrp="1"/>
          </p:cNvSpPr>
          <p:nvPr>
            <p:ph type="title"/>
          </p:nvPr>
        </p:nvSpPr>
        <p:spPr/>
        <p:txBody>
          <a:bodyPr/>
          <a:lstStyle/>
          <a:p>
            <a:r>
              <a:rPr lang="en-US"/>
              <a:t>Click to edit Master title style</a:t>
            </a:r>
            <a:endParaRPr lang="en-GB"/>
          </a:p>
        </p:txBody>
      </p:sp>
      <p:sp>
        <p:nvSpPr>
          <p:cNvPr id="12" name="Picture Placeholder 11">
            <a:extLst>
              <a:ext uri="{FF2B5EF4-FFF2-40B4-BE49-F238E27FC236}">
                <a16:creationId xmlns:a16="http://schemas.microsoft.com/office/drawing/2014/main" id="{06FCBAB6-F45A-4A9F-AFC0-FA89B4BE41E5}"/>
              </a:ext>
            </a:extLst>
          </p:cNvPr>
          <p:cNvSpPr>
            <a:spLocks noGrp="1"/>
          </p:cNvSpPr>
          <p:nvPr>
            <p:ph type="pic" sz="quarter" idx="42"/>
          </p:nvPr>
        </p:nvSpPr>
        <p:spPr>
          <a:xfrm>
            <a:off x="4105276" y="484190"/>
            <a:ext cx="1016000" cy="1325564"/>
          </a:xfrm>
          <a:noFill/>
        </p:spPr>
        <p:txBody>
          <a:bodyPr/>
          <a:lstStyle/>
          <a:p>
            <a:r>
              <a:rPr lang="en-US"/>
              <a:t>Click icon to add picture</a:t>
            </a:r>
            <a:endParaRPr lang="en-GB"/>
          </a:p>
        </p:txBody>
      </p:sp>
      <p:sp>
        <p:nvSpPr>
          <p:cNvPr id="14" name="Picture Placeholder 11">
            <a:extLst>
              <a:ext uri="{FF2B5EF4-FFF2-40B4-BE49-F238E27FC236}">
                <a16:creationId xmlns:a16="http://schemas.microsoft.com/office/drawing/2014/main" id="{63211789-735E-4E7A-BA8F-7919401DC5CC}"/>
              </a:ext>
            </a:extLst>
          </p:cNvPr>
          <p:cNvSpPr>
            <a:spLocks noGrp="1"/>
          </p:cNvSpPr>
          <p:nvPr>
            <p:ph type="pic" sz="quarter" idx="48"/>
          </p:nvPr>
        </p:nvSpPr>
        <p:spPr>
          <a:xfrm>
            <a:off x="8215843" y="481311"/>
            <a:ext cx="1016000" cy="1325564"/>
          </a:xfrm>
          <a:noFill/>
        </p:spPr>
        <p:txBody>
          <a:bodyPr/>
          <a:lstStyle/>
          <a:p>
            <a:r>
              <a:rPr lang="en-US"/>
              <a:t>Click icon to add picture</a:t>
            </a:r>
            <a:endParaRPr lang="en-GB"/>
          </a:p>
        </p:txBody>
      </p:sp>
      <p:sp>
        <p:nvSpPr>
          <p:cNvPr id="15" name="Text Placeholder 4">
            <a:extLst>
              <a:ext uri="{FF2B5EF4-FFF2-40B4-BE49-F238E27FC236}">
                <a16:creationId xmlns:a16="http://schemas.microsoft.com/office/drawing/2014/main" id="{0DCCB9D4-1D16-4FF6-8538-257C59FA776E}"/>
              </a:ext>
            </a:extLst>
          </p:cNvPr>
          <p:cNvSpPr>
            <a:spLocks noGrp="1"/>
          </p:cNvSpPr>
          <p:nvPr>
            <p:ph type="body" sz="quarter" idx="49" hasCustomPrompt="1"/>
          </p:nvPr>
        </p:nvSpPr>
        <p:spPr>
          <a:xfrm>
            <a:off x="4102946" y="2852739"/>
            <a:ext cx="1016000" cy="3557869"/>
          </a:xfrm>
        </p:spPr>
        <p:txBody>
          <a:bodyPr tIns="0"/>
          <a:lstStyle>
            <a:lvl1pPr>
              <a:spcBef>
                <a:spcPts val="1800"/>
              </a:spcBef>
              <a:spcAft>
                <a:spcPts val="0"/>
              </a:spcAft>
              <a:defRPr sz="1050" b="1" cap="all" baseline="0">
                <a:latin typeface="Barlow Condensed" panose="00000506000000000000" pitchFamily="2" charset="0"/>
              </a:defRPr>
            </a:lvl1pPr>
            <a:lvl2pPr>
              <a:spcAft>
                <a:spcPts val="0"/>
              </a:spcAft>
              <a:defRPr sz="1050">
                <a:latin typeface="Barlow Condensed" panose="00000506000000000000" pitchFamily="2" charset="0"/>
              </a:defRPr>
            </a:lvl2pPr>
            <a:lvl3pPr marL="90488" indent="-90488">
              <a:spcBef>
                <a:spcPts val="0"/>
              </a:spcBef>
              <a:spcAft>
                <a:spcPts val="0"/>
              </a:spcAft>
              <a:buFont typeface="SwissReSansOTLight" panose="04000400000000000000" pitchFamily="82" charset="0"/>
              <a:buChar char="–"/>
              <a:defRPr sz="1050">
                <a:latin typeface="Barlow Condensed" panose="00000506000000000000" pitchFamily="2" charset="0"/>
              </a:defRPr>
            </a:lvl3pPr>
            <a:lvl5pPr>
              <a:defRPr>
                <a:latin typeface="Calibre Bold" panose="020B0803030202060203" pitchFamily="34" charset="0"/>
              </a:defRPr>
            </a:lvl5pPr>
          </a:lstStyle>
          <a:p>
            <a:pPr lvl="0"/>
            <a:r>
              <a:rPr lang="en-US"/>
              <a:t>subheading</a:t>
            </a:r>
          </a:p>
          <a:p>
            <a:pPr lvl="1"/>
            <a:r>
              <a:rPr lang="en-US"/>
              <a:t>Second level</a:t>
            </a:r>
          </a:p>
          <a:p>
            <a:pPr lvl="2"/>
            <a:r>
              <a:rPr lang="en-US"/>
              <a:t>Third level</a:t>
            </a:r>
          </a:p>
        </p:txBody>
      </p:sp>
      <p:sp>
        <p:nvSpPr>
          <p:cNvPr id="18" name="Text Placeholder 4">
            <a:extLst>
              <a:ext uri="{FF2B5EF4-FFF2-40B4-BE49-F238E27FC236}">
                <a16:creationId xmlns:a16="http://schemas.microsoft.com/office/drawing/2014/main" id="{2095B527-5B70-47B4-95BE-DECF37C363B3}"/>
              </a:ext>
            </a:extLst>
          </p:cNvPr>
          <p:cNvSpPr>
            <a:spLocks noGrp="1"/>
          </p:cNvSpPr>
          <p:nvPr>
            <p:ph type="body" sz="quarter" idx="50" hasCustomPrompt="1"/>
          </p:nvPr>
        </p:nvSpPr>
        <p:spPr>
          <a:xfrm>
            <a:off x="8201871" y="2852739"/>
            <a:ext cx="1016000" cy="3557869"/>
          </a:xfrm>
        </p:spPr>
        <p:txBody>
          <a:bodyPr tIns="0"/>
          <a:lstStyle>
            <a:lvl1pPr>
              <a:spcBef>
                <a:spcPts val="1800"/>
              </a:spcBef>
              <a:spcAft>
                <a:spcPts val="0"/>
              </a:spcAft>
              <a:defRPr sz="1050" b="1" cap="all" baseline="0">
                <a:latin typeface="Barlow Condensed" panose="00000506000000000000" pitchFamily="2" charset="0"/>
              </a:defRPr>
            </a:lvl1pPr>
            <a:lvl2pPr>
              <a:spcAft>
                <a:spcPts val="0"/>
              </a:spcAft>
              <a:defRPr sz="1050">
                <a:latin typeface="Barlow Condensed" panose="00000506000000000000" pitchFamily="2" charset="0"/>
              </a:defRPr>
            </a:lvl2pPr>
            <a:lvl3pPr marL="90488" indent="-90488">
              <a:spcBef>
                <a:spcPts val="0"/>
              </a:spcBef>
              <a:spcAft>
                <a:spcPts val="0"/>
              </a:spcAft>
              <a:buFont typeface="SwissReSansOTLight" panose="04000400000000000000" pitchFamily="82" charset="0"/>
              <a:buChar char="–"/>
              <a:defRPr sz="1050">
                <a:latin typeface="Barlow Condensed" panose="00000506000000000000" pitchFamily="2" charset="0"/>
              </a:defRPr>
            </a:lvl3pPr>
            <a:lvl5pPr>
              <a:defRPr>
                <a:latin typeface="Calibre Bold" panose="020B0803030202060203" pitchFamily="34" charset="0"/>
              </a:defRPr>
            </a:lvl5pPr>
          </a:lstStyle>
          <a:p>
            <a:pPr lvl="0"/>
            <a:r>
              <a:rPr lang="en-US"/>
              <a:t>subheading</a:t>
            </a:r>
          </a:p>
          <a:p>
            <a:pPr lvl="1"/>
            <a:r>
              <a:rPr lang="en-US"/>
              <a:t>Second level</a:t>
            </a:r>
          </a:p>
          <a:p>
            <a:pPr lvl="2"/>
            <a:r>
              <a:rPr lang="en-US"/>
              <a:t>Third level</a:t>
            </a:r>
          </a:p>
        </p:txBody>
      </p:sp>
      <p:cxnSp>
        <p:nvCxnSpPr>
          <p:cNvPr id="19" name="Straight Connector 18">
            <a:extLst>
              <a:ext uri="{FF2B5EF4-FFF2-40B4-BE49-F238E27FC236}">
                <a16:creationId xmlns:a16="http://schemas.microsoft.com/office/drawing/2014/main" id="{5FC07B9A-D2CB-4E21-94E8-D78567A2DCC2}"/>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20" name="Text Placeholder 6">
            <a:extLst>
              <a:ext uri="{FF2B5EF4-FFF2-40B4-BE49-F238E27FC236}">
                <a16:creationId xmlns:a16="http://schemas.microsoft.com/office/drawing/2014/main" id="{6B97DD71-031B-4E0C-9AEE-E2D7B11C1926}"/>
              </a:ext>
            </a:extLst>
          </p:cNvPr>
          <p:cNvSpPr>
            <a:spLocks noGrp="1"/>
          </p:cNvSpPr>
          <p:nvPr>
            <p:ph type="body" sz="quarter" idx="5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16" name="Text Placeholder 4">
            <a:extLst>
              <a:ext uri="{FF2B5EF4-FFF2-40B4-BE49-F238E27FC236}">
                <a16:creationId xmlns:a16="http://schemas.microsoft.com/office/drawing/2014/main" id="{3F36BB42-BAAC-470B-A14C-8054A655C6B4}"/>
              </a:ext>
            </a:extLst>
          </p:cNvPr>
          <p:cNvSpPr>
            <a:spLocks noGrp="1"/>
          </p:cNvSpPr>
          <p:nvPr>
            <p:ph type="body" sz="quarter" idx="55" hasCustomPrompt="1"/>
          </p:nvPr>
        </p:nvSpPr>
        <p:spPr>
          <a:xfrm>
            <a:off x="5538046" y="430322"/>
            <a:ext cx="2043854" cy="1069866"/>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a:lvl3pPr>
            <a:lvl4pPr marL="0" indent="0">
              <a:spcBef>
                <a:spcPts val="0"/>
              </a:spcBef>
              <a:spcAft>
                <a:spcPts val="0"/>
              </a:spcAft>
              <a:buNone/>
              <a:defRPr/>
            </a:lvl4pPr>
            <a:lvl5pPr marL="0" indent="0">
              <a:spcBef>
                <a:spcPts val="0"/>
              </a:spcBef>
              <a:spcAft>
                <a:spcPts val="600"/>
              </a:spcAft>
              <a:buNone/>
              <a:defRPr>
                <a:latin typeface="Calibre Bold" panose="020B0803030202060203" pitchFamily="34" charset="0"/>
              </a:defRPr>
            </a:lvl5pPr>
            <a:lvl6pPr>
              <a:defRPr/>
            </a:lvl6pPr>
            <a:lvl7pPr>
              <a:defRPr/>
            </a:lvl7pPr>
            <a:lvl8pPr>
              <a:defRPr/>
            </a:lvl8pPr>
          </a:lstStyle>
          <a:p>
            <a:pPr lvl="0"/>
            <a:r>
              <a:rPr lang="en-US"/>
              <a:t>industry</a:t>
            </a:r>
          </a:p>
          <a:p>
            <a:pPr lvl="1"/>
            <a:r>
              <a:rPr lang="en-US"/>
              <a:t>Name Surname</a:t>
            </a:r>
          </a:p>
          <a:p>
            <a:pPr lvl="2"/>
            <a:r>
              <a:rPr lang="en-US"/>
              <a:t>Job Title</a:t>
            </a:r>
          </a:p>
          <a:p>
            <a:pPr lvl="3"/>
            <a:r>
              <a:rPr lang="en-US"/>
              <a:t>Email</a:t>
            </a:r>
          </a:p>
        </p:txBody>
      </p:sp>
      <p:sp>
        <p:nvSpPr>
          <p:cNvPr id="17" name="Text Placeholder 4">
            <a:extLst>
              <a:ext uri="{FF2B5EF4-FFF2-40B4-BE49-F238E27FC236}">
                <a16:creationId xmlns:a16="http://schemas.microsoft.com/office/drawing/2014/main" id="{F516C98C-1DF2-4FF6-A7E2-C3FDB9F7A5D7}"/>
              </a:ext>
            </a:extLst>
          </p:cNvPr>
          <p:cNvSpPr>
            <a:spLocks noGrp="1"/>
          </p:cNvSpPr>
          <p:nvPr>
            <p:ph type="body" sz="quarter" idx="56" hasCustomPrompt="1"/>
          </p:nvPr>
        </p:nvSpPr>
        <p:spPr>
          <a:xfrm>
            <a:off x="9635384" y="430322"/>
            <a:ext cx="2043854" cy="1069866"/>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a:lvl3pPr>
            <a:lvl4pPr marL="0" indent="0">
              <a:spcBef>
                <a:spcPts val="0"/>
              </a:spcBef>
              <a:spcAft>
                <a:spcPts val="0"/>
              </a:spcAft>
              <a:buNone/>
              <a:defRPr/>
            </a:lvl4pPr>
            <a:lvl5pPr marL="0" indent="0">
              <a:spcBef>
                <a:spcPts val="0"/>
              </a:spcBef>
              <a:spcAft>
                <a:spcPts val="600"/>
              </a:spcAft>
              <a:buNone/>
              <a:defRPr>
                <a:latin typeface="Calibre Bold" panose="020B0803030202060203" pitchFamily="34" charset="0"/>
              </a:defRPr>
            </a:lvl5pPr>
            <a:lvl6pPr>
              <a:defRPr/>
            </a:lvl6pPr>
            <a:lvl7pPr>
              <a:defRPr/>
            </a:lvl7pPr>
            <a:lvl8pPr>
              <a:defRPr/>
            </a:lvl8pPr>
          </a:lstStyle>
          <a:p>
            <a:pPr lvl="0"/>
            <a:r>
              <a:rPr lang="en-US"/>
              <a:t>industry</a:t>
            </a:r>
          </a:p>
          <a:p>
            <a:pPr lvl="1"/>
            <a:r>
              <a:rPr lang="en-US"/>
              <a:t>Name Surname</a:t>
            </a:r>
          </a:p>
          <a:p>
            <a:pPr lvl="2"/>
            <a:r>
              <a:rPr lang="en-US"/>
              <a:t>Job Title</a:t>
            </a:r>
          </a:p>
          <a:p>
            <a:pPr lvl="3"/>
            <a:r>
              <a:rPr lang="en-US"/>
              <a:t>Email</a:t>
            </a:r>
          </a:p>
        </p:txBody>
      </p:sp>
      <p:sp>
        <p:nvSpPr>
          <p:cNvPr id="21" name="Text Placeholder 4">
            <a:extLst>
              <a:ext uri="{FF2B5EF4-FFF2-40B4-BE49-F238E27FC236}">
                <a16:creationId xmlns:a16="http://schemas.microsoft.com/office/drawing/2014/main" id="{B2D3416A-00E4-47AF-A14C-AFFB92D9F7CD}"/>
              </a:ext>
            </a:extLst>
          </p:cNvPr>
          <p:cNvSpPr>
            <a:spLocks noGrp="1"/>
          </p:cNvSpPr>
          <p:nvPr>
            <p:ph type="body" sz="quarter" idx="10"/>
          </p:nvPr>
        </p:nvSpPr>
        <p:spPr>
          <a:xfrm>
            <a:off x="5538816" y="2125663"/>
            <a:ext cx="2043854" cy="4302016"/>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4" name="Text Placeholder 4">
            <a:extLst>
              <a:ext uri="{FF2B5EF4-FFF2-40B4-BE49-F238E27FC236}">
                <a16:creationId xmlns:a16="http://schemas.microsoft.com/office/drawing/2014/main" id="{195FCD78-DB6B-421B-B2D4-AE5BEF3DF4B0}"/>
              </a:ext>
            </a:extLst>
          </p:cNvPr>
          <p:cNvSpPr>
            <a:spLocks noGrp="1"/>
          </p:cNvSpPr>
          <p:nvPr>
            <p:ph type="body" sz="quarter" idx="57"/>
          </p:nvPr>
        </p:nvSpPr>
        <p:spPr>
          <a:xfrm>
            <a:off x="9647997" y="2125662"/>
            <a:ext cx="2043854" cy="4302016"/>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02460979"/>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4 Column + Title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DA477A-EA05-4910-A907-B37AE40891F2}"/>
              </a:ext>
            </a:extLst>
          </p:cNvPr>
          <p:cNvSpPr>
            <a:spLocks noGrp="1"/>
          </p:cNvSpPr>
          <p:nvPr>
            <p:ph type="title"/>
          </p:nvPr>
        </p:nvSpPr>
        <p:spPr/>
        <p:txBody>
          <a:bodyPr/>
          <a:lstStyle/>
          <a:p>
            <a:r>
              <a:rPr lang="en-US"/>
              <a:t>Click to edit Master title style</a:t>
            </a:r>
            <a:endParaRPr lang="en-GB"/>
          </a:p>
        </p:txBody>
      </p:sp>
      <p:cxnSp>
        <p:nvCxnSpPr>
          <p:cNvPr id="15" name="Straight Connector 14">
            <a:extLst>
              <a:ext uri="{FF2B5EF4-FFF2-40B4-BE49-F238E27FC236}">
                <a16:creationId xmlns:a16="http://schemas.microsoft.com/office/drawing/2014/main" id="{3E1B1BC1-6426-4194-977F-50E0566069B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6" name="Text Placeholder 6">
            <a:extLst>
              <a:ext uri="{FF2B5EF4-FFF2-40B4-BE49-F238E27FC236}">
                <a16:creationId xmlns:a16="http://schemas.microsoft.com/office/drawing/2014/main" id="{2C4518EA-20F4-4C32-AE32-5FF170885DAD}"/>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17" name="Content Placeholder 16">
            <a:extLst>
              <a:ext uri="{FF2B5EF4-FFF2-40B4-BE49-F238E27FC236}">
                <a16:creationId xmlns:a16="http://schemas.microsoft.com/office/drawing/2014/main" id="{382EEC82-E425-4447-8168-823386C35811}"/>
              </a:ext>
            </a:extLst>
          </p:cNvPr>
          <p:cNvSpPr>
            <a:spLocks noGrp="1"/>
          </p:cNvSpPr>
          <p:nvPr>
            <p:ph sz="quarter" idx="46"/>
          </p:nvPr>
        </p:nvSpPr>
        <p:spPr>
          <a:xfrm>
            <a:off x="3596483" y="1601788"/>
            <a:ext cx="1946577" cy="4376737"/>
          </a:xfrm>
          <a:custGeom>
            <a:avLst/>
            <a:gdLst>
              <a:gd name="connsiteX0" fmla="*/ 0 w 1946577"/>
              <a:gd name="connsiteY0" fmla="*/ 0 h 4376737"/>
              <a:gd name="connsiteX1" fmla="*/ 1946577 w 1946577"/>
              <a:gd name="connsiteY1" fmla="*/ 0 h 4376737"/>
              <a:gd name="connsiteX2" fmla="*/ 1946577 w 1946577"/>
              <a:gd name="connsiteY2" fmla="*/ 4376737 h 4376737"/>
              <a:gd name="connsiteX3" fmla="*/ 0 w 1946577"/>
              <a:gd name="connsiteY3" fmla="*/ 4376737 h 4376737"/>
            </a:gdLst>
            <a:ahLst/>
            <a:cxnLst>
              <a:cxn ang="0">
                <a:pos x="connsiteX0" y="connsiteY0"/>
              </a:cxn>
              <a:cxn ang="0">
                <a:pos x="connsiteX1" y="connsiteY1"/>
              </a:cxn>
              <a:cxn ang="0">
                <a:pos x="connsiteX2" y="connsiteY2"/>
              </a:cxn>
              <a:cxn ang="0">
                <a:pos x="connsiteX3" y="connsiteY3"/>
              </a:cxn>
            </a:cxnLst>
            <a:rect l="l" t="t" r="r" b="b"/>
            <a:pathLst>
              <a:path w="1946577" h="4376737">
                <a:moveTo>
                  <a:pt x="0" y="0"/>
                </a:moveTo>
                <a:lnTo>
                  <a:pt x="1946577" y="0"/>
                </a:lnTo>
                <a:lnTo>
                  <a:pt x="1946577" y="4376737"/>
                </a:lnTo>
                <a:lnTo>
                  <a:pt x="0" y="4376737"/>
                </a:ln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21">
            <a:extLst>
              <a:ext uri="{FF2B5EF4-FFF2-40B4-BE49-F238E27FC236}">
                <a16:creationId xmlns:a16="http://schemas.microsoft.com/office/drawing/2014/main" id="{B6F5A440-4CB0-4227-83F4-B25372C1CEF0}"/>
              </a:ext>
            </a:extLst>
          </p:cNvPr>
          <p:cNvSpPr>
            <a:spLocks noGrp="1"/>
          </p:cNvSpPr>
          <p:nvPr>
            <p:ph sz="quarter" idx="47"/>
          </p:nvPr>
        </p:nvSpPr>
        <p:spPr>
          <a:xfrm>
            <a:off x="5664612" y="1601788"/>
            <a:ext cx="1921257" cy="4376737"/>
          </a:xfrm>
          <a:custGeom>
            <a:avLst/>
            <a:gdLst>
              <a:gd name="connsiteX0" fmla="*/ 0 w 1921257"/>
              <a:gd name="connsiteY0" fmla="*/ 0 h 4376737"/>
              <a:gd name="connsiteX1" fmla="*/ 1921257 w 1921257"/>
              <a:gd name="connsiteY1" fmla="*/ 0 h 4376737"/>
              <a:gd name="connsiteX2" fmla="*/ 1921257 w 1921257"/>
              <a:gd name="connsiteY2" fmla="*/ 4376737 h 4376737"/>
              <a:gd name="connsiteX3" fmla="*/ 0 w 1921257"/>
              <a:gd name="connsiteY3" fmla="*/ 4376737 h 4376737"/>
            </a:gdLst>
            <a:ahLst/>
            <a:cxnLst>
              <a:cxn ang="0">
                <a:pos x="connsiteX0" y="connsiteY0"/>
              </a:cxn>
              <a:cxn ang="0">
                <a:pos x="connsiteX1" y="connsiteY1"/>
              </a:cxn>
              <a:cxn ang="0">
                <a:pos x="connsiteX2" y="connsiteY2"/>
              </a:cxn>
              <a:cxn ang="0">
                <a:pos x="connsiteX3" y="connsiteY3"/>
              </a:cxn>
            </a:cxnLst>
            <a:rect l="l" t="t" r="r" b="b"/>
            <a:pathLst>
              <a:path w="1921257" h="4376737">
                <a:moveTo>
                  <a:pt x="0" y="0"/>
                </a:moveTo>
                <a:lnTo>
                  <a:pt x="1921257" y="0"/>
                </a:lnTo>
                <a:lnTo>
                  <a:pt x="1921257" y="4376737"/>
                </a:lnTo>
                <a:lnTo>
                  <a:pt x="0" y="4376737"/>
                </a:ln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Content Placeholder 22">
            <a:extLst>
              <a:ext uri="{FF2B5EF4-FFF2-40B4-BE49-F238E27FC236}">
                <a16:creationId xmlns:a16="http://schemas.microsoft.com/office/drawing/2014/main" id="{628C5231-34D0-4652-B982-40A4C84EBCC8}"/>
              </a:ext>
            </a:extLst>
          </p:cNvPr>
          <p:cNvSpPr>
            <a:spLocks noGrp="1"/>
          </p:cNvSpPr>
          <p:nvPr>
            <p:ph sz="quarter" idx="48"/>
          </p:nvPr>
        </p:nvSpPr>
        <p:spPr>
          <a:xfrm>
            <a:off x="7710102" y="1601788"/>
            <a:ext cx="1921258" cy="4376737"/>
          </a:xfrm>
          <a:custGeom>
            <a:avLst/>
            <a:gdLst>
              <a:gd name="connsiteX0" fmla="*/ 0 w 1921258"/>
              <a:gd name="connsiteY0" fmla="*/ 0 h 4376737"/>
              <a:gd name="connsiteX1" fmla="*/ 1921258 w 1921258"/>
              <a:gd name="connsiteY1" fmla="*/ 0 h 4376737"/>
              <a:gd name="connsiteX2" fmla="*/ 1921258 w 1921258"/>
              <a:gd name="connsiteY2" fmla="*/ 4376737 h 4376737"/>
              <a:gd name="connsiteX3" fmla="*/ 0 w 1921258"/>
              <a:gd name="connsiteY3" fmla="*/ 4376737 h 4376737"/>
            </a:gdLst>
            <a:ahLst/>
            <a:cxnLst>
              <a:cxn ang="0">
                <a:pos x="connsiteX0" y="connsiteY0"/>
              </a:cxn>
              <a:cxn ang="0">
                <a:pos x="connsiteX1" y="connsiteY1"/>
              </a:cxn>
              <a:cxn ang="0">
                <a:pos x="connsiteX2" y="connsiteY2"/>
              </a:cxn>
              <a:cxn ang="0">
                <a:pos x="connsiteX3" y="connsiteY3"/>
              </a:cxn>
            </a:cxnLst>
            <a:rect l="l" t="t" r="r" b="b"/>
            <a:pathLst>
              <a:path w="1921258" h="4376737">
                <a:moveTo>
                  <a:pt x="0" y="0"/>
                </a:moveTo>
                <a:lnTo>
                  <a:pt x="1921258" y="0"/>
                </a:lnTo>
                <a:lnTo>
                  <a:pt x="1921258" y="4376737"/>
                </a:lnTo>
                <a:lnTo>
                  <a:pt x="0" y="4376737"/>
                </a:ln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Content Placeholder 23">
            <a:extLst>
              <a:ext uri="{FF2B5EF4-FFF2-40B4-BE49-F238E27FC236}">
                <a16:creationId xmlns:a16="http://schemas.microsoft.com/office/drawing/2014/main" id="{CFBC130C-E5E4-405A-9E7E-C6CC4C07AFB5}"/>
              </a:ext>
            </a:extLst>
          </p:cNvPr>
          <p:cNvSpPr>
            <a:spLocks noGrp="1"/>
          </p:cNvSpPr>
          <p:nvPr>
            <p:ph sz="quarter" idx="49"/>
          </p:nvPr>
        </p:nvSpPr>
        <p:spPr>
          <a:xfrm>
            <a:off x="9757978" y="1601788"/>
            <a:ext cx="1921258" cy="4376737"/>
          </a:xfrm>
          <a:custGeom>
            <a:avLst/>
            <a:gdLst>
              <a:gd name="connsiteX0" fmla="*/ 0 w 1921258"/>
              <a:gd name="connsiteY0" fmla="*/ 0 h 4376737"/>
              <a:gd name="connsiteX1" fmla="*/ 1921258 w 1921258"/>
              <a:gd name="connsiteY1" fmla="*/ 0 h 4376737"/>
              <a:gd name="connsiteX2" fmla="*/ 1921258 w 1921258"/>
              <a:gd name="connsiteY2" fmla="*/ 4376737 h 4376737"/>
              <a:gd name="connsiteX3" fmla="*/ 0 w 1921258"/>
              <a:gd name="connsiteY3" fmla="*/ 4376737 h 4376737"/>
            </a:gdLst>
            <a:ahLst/>
            <a:cxnLst>
              <a:cxn ang="0">
                <a:pos x="connsiteX0" y="connsiteY0"/>
              </a:cxn>
              <a:cxn ang="0">
                <a:pos x="connsiteX1" y="connsiteY1"/>
              </a:cxn>
              <a:cxn ang="0">
                <a:pos x="connsiteX2" y="connsiteY2"/>
              </a:cxn>
              <a:cxn ang="0">
                <a:pos x="connsiteX3" y="connsiteY3"/>
              </a:cxn>
            </a:cxnLst>
            <a:rect l="l" t="t" r="r" b="b"/>
            <a:pathLst>
              <a:path w="1921258" h="4376737">
                <a:moveTo>
                  <a:pt x="0" y="0"/>
                </a:moveTo>
                <a:lnTo>
                  <a:pt x="1921258" y="0"/>
                </a:lnTo>
                <a:lnTo>
                  <a:pt x="1921258" y="4376737"/>
                </a:lnTo>
                <a:lnTo>
                  <a:pt x="0" y="4376737"/>
                </a:ln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ext Placeholder 2">
            <a:extLst>
              <a:ext uri="{FF2B5EF4-FFF2-40B4-BE49-F238E27FC236}">
                <a16:creationId xmlns:a16="http://schemas.microsoft.com/office/drawing/2014/main" id="{5B06FC62-0D29-4AB4-A866-E5DF66540810}"/>
              </a:ext>
            </a:extLst>
          </p:cNvPr>
          <p:cNvSpPr>
            <a:spLocks noGrp="1"/>
          </p:cNvSpPr>
          <p:nvPr>
            <p:ph type="body" sz="quarter" idx="50"/>
          </p:nvPr>
        </p:nvSpPr>
        <p:spPr>
          <a:xfrm>
            <a:off x="511177" y="3492063"/>
            <a:ext cx="1947861" cy="2500313"/>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13" name="Text Placeholder 4">
            <a:extLst>
              <a:ext uri="{FF2B5EF4-FFF2-40B4-BE49-F238E27FC236}">
                <a16:creationId xmlns:a16="http://schemas.microsoft.com/office/drawing/2014/main" id="{DEA8446A-B0D9-47B3-9D07-FC91721D0366}"/>
              </a:ext>
            </a:extLst>
          </p:cNvPr>
          <p:cNvSpPr>
            <a:spLocks noGrp="1"/>
          </p:cNvSpPr>
          <p:nvPr>
            <p:ph type="body" sz="quarter" idx="12" hasCustomPrompt="1"/>
          </p:nvPr>
        </p:nvSpPr>
        <p:spPr>
          <a:xfrm>
            <a:off x="3584576" y="917539"/>
            <a:ext cx="3997324" cy="582649"/>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
        <p:nvSpPr>
          <p:cNvPr id="19" name="Text Placeholder 4">
            <a:extLst>
              <a:ext uri="{FF2B5EF4-FFF2-40B4-BE49-F238E27FC236}">
                <a16:creationId xmlns:a16="http://schemas.microsoft.com/office/drawing/2014/main" id="{E806D6EB-7E95-44EC-9C49-5C0DD97EC109}"/>
              </a:ext>
            </a:extLst>
          </p:cNvPr>
          <p:cNvSpPr>
            <a:spLocks noGrp="1"/>
          </p:cNvSpPr>
          <p:nvPr>
            <p:ph type="body" sz="quarter" idx="53" hasCustomPrompt="1"/>
          </p:nvPr>
        </p:nvSpPr>
        <p:spPr>
          <a:xfrm>
            <a:off x="7681911" y="917539"/>
            <a:ext cx="3997324" cy="582649"/>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Tree>
    <p:extLst>
      <p:ext uri="{BB962C8B-B14F-4D97-AF65-F5344CB8AC3E}">
        <p14:creationId xmlns:p14="http://schemas.microsoft.com/office/powerpoint/2010/main" val="338131329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 Column Infographic">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D824BA-6789-4656-BC8F-B17AECC0DACD}"/>
              </a:ext>
            </a:extLst>
          </p:cNvPr>
          <p:cNvSpPr/>
          <p:nvPr userDrawn="1"/>
        </p:nvSpPr>
        <p:spPr>
          <a:xfrm>
            <a:off x="511177" y="2852739"/>
            <a:ext cx="11168062" cy="35290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8">
            <a:extLst>
              <a:ext uri="{FF2B5EF4-FFF2-40B4-BE49-F238E27FC236}">
                <a16:creationId xmlns:a16="http://schemas.microsoft.com/office/drawing/2014/main" id="{057B03FB-3DDD-43D5-937D-82E8E760CE61}"/>
              </a:ext>
            </a:extLst>
          </p:cNvPr>
          <p:cNvSpPr>
            <a:spLocks noGrp="1"/>
          </p:cNvSpPr>
          <p:nvPr>
            <p:ph type="title"/>
          </p:nvPr>
        </p:nvSpPr>
        <p:spPr/>
        <p:txBody>
          <a:bodyPr/>
          <a:lstStyle/>
          <a:p>
            <a:r>
              <a:rPr lang="en-US"/>
              <a:t>Click to edit Master title style</a:t>
            </a:r>
            <a:endParaRPr lang="en-GB"/>
          </a:p>
        </p:txBody>
      </p:sp>
      <p:sp>
        <p:nvSpPr>
          <p:cNvPr id="8" name="Content Placeholder 7">
            <a:extLst>
              <a:ext uri="{FF2B5EF4-FFF2-40B4-BE49-F238E27FC236}">
                <a16:creationId xmlns:a16="http://schemas.microsoft.com/office/drawing/2014/main" id="{D9B1FDA1-BBD6-41FA-8D9D-315CC67A2EB1}"/>
              </a:ext>
            </a:extLst>
          </p:cNvPr>
          <p:cNvSpPr>
            <a:spLocks noGrp="1"/>
          </p:cNvSpPr>
          <p:nvPr>
            <p:ph sz="quarter" idx="53"/>
          </p:nvPr>
        </p:nvSpPr>
        <p:spPr>
          <a:xfrm>
            <a:off x="3584575" y="1617690"/>
            <a:ext cx="6911707" cy="1209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2" name="Straight Connector 11">
            <a:extLst>
              <a:ext uri="{FF2B5EF4-FFF2-40B4-BE49-F238E27FC236}">
                <a16:creationId xmlns:a16="http://schemas.microsoft.com/office/drawing/2014/main" id="{9D999275-F56B-4B15-B1EC-8C79C46FF37C}"/>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FFC12AC0-3BAB-4389-AD48-421F62F8F40C}"/>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Tree>
    <p:extLst>
      <p:ext uri="{BB962C8B-B14F-4D97-AF65-F5344CB8AC3E}">
        <p14:creationId xmlns:p14="http://schemas.microsoft.com/office/powerpoint/2010/main" val="19870331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 Column Infographic">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D824BA-6789-4656-BC8F-B17AECC0DACD}"/>
              </a:ext>
            </a:extLst>
          </p:cNvPr>
          <p:cNvSpPr/>
          <p:nvPr userDrawn="1"/>
        </p:nvSpPr>
        <p:spPr>
          <a:xfrm>
            <a:off x="511177" y="2852739"/>
            <a:ext cx="11168062" cy="35290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8">
            <a:extLst>
              <a:ext uri="{FF2B5EF4-FFF2-40B4-BE49-F238E27FC236}">
                <a16:creationId xmlns:a16="http://schemas.microsoft.com/office/drawing/2014/main" id="{057B03FB-3DDD-43D5-937D-82E8E760CE61}"/>
              </a:ext>
            </a:extLst>
          </p:cNvPr>
          <p:cNvSpPr>
            <a:spLocks noGrp="1"/>
          </p:cNvSpPr>
          <p:nvPr>
            <p:ph type="title"/>
          </p:nvPr>
        </p:nvSpPr>
        <p:spPr/>
        <p:txBody>
          <a:bodyPr/>
          <a:lstStyle/>
          <a:p>
            <a:r>
              <a:rPr lang="en-US"/>
              <a:t>Click to edit Master title style</a:t>
            </a:r>
            <a:endParaRPr lang="en-GB"/>
          </a:p>
        </p:txBody>
      </p:sp>
      <p:cxnSp>
        <p:nvCxnSpPr>
          <p:cNvPr id="12" name="Straight Connector 11">
            <a:extLst>
              <a:ext uri="{FF2B5EF4-FFF2-40B4-BE49-F238E27FC236}">
                <a16:creationId xmlns:a16="http://schemas.microsoft.com/office/drawing/2014/main" id="{9D999275-F56B-4B15-B1EC-8C79C46FF37C}"/>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3" name="Text Placeholder 6">
            <a:extLst>
              <a:ext uri="{FF2B5EF4-FFF2-40B4-BE49-F238E27FC236}">
                <a16:creationId xmlns:a16="http://schemas.microsoft.com/office/drawing/2014/main" id="{FFC12AC0-3BAB-4389-AD48-421F62F8F40C}"/>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8" name="Content Placeholder 6">
            <a:extLst>
              <a:ext uri="{FF2B5EF4-FFF2-40B4-BE49-F238E27FC236}">
                <a16:creationId xmlns:a16="http://schemas.microsoft.com/office/drawing/2014/main" id="{A99B2442-5801-459F-9957-C8284E3056A3}"/>
              </a:ext>
            </a:extLst>
          </p:cNvPr>
          <p:cNvSpPr>
            <a:spLocks noGrp="1"/>
          </p:cNvSpPr>
          <p:nvPr>
            <p:ph sz="quarter" idx="11"/>
          </p:nvPr>
        </p:nvSpPr>
        <p:spPr>
          <a:xfrm>
            <a:off x="3584575" y="1617690"/>
            <a:ext cx="3484563" cy="120922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F6D4F889-9E9E-4C74-B59F-BB65D16C6352}"/>
              </a:ext>
            </a:extLst>
          </p:cNvPr>
          <p:cNvSpPr>
            <a:spLocks noGrp="1"/>
          </p:cNvSpPr>
          <p:nvPr>
            <p:ph sz="quarter" idx="59"/>
          </p:nvPr>
        </p:nvSpPr>
        <p:spPr>
          <a:xfrm>
            <a:off x="7170738" y="1601788"/>
            <a:ext cx="3484563" cy="1209224"/>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8247237"/>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FD969-0998-492E-B4DA-2600AA8CC91B}"/>
              </a:ext>
            </a:extLst>
          </p:cNvPr>
          <p:cNvSpPr>
            <a:spLocks noGrp="1"/>
          </p:cNvSpPr>
          <p:nvPr>
            <p:ph type="title"/>
          </p:nvPr>
        </p:nvSpPr>
        <p:spPr/>
        <p:txBody>
          <a:bodyPr/>
          <a:lstStyle/>
          <a:p>
            <a:r>
              <a:rPr lang="en-US"/>
              <a:t>Click to edit Master title style</a:t>
            </a:r>
          </a:p>
        </p:txBody>
      </p:sp>
      <p:cxnSp>
        <p:nvCxnSpPr>
          <p:cNvPr id="3" name="Straight Connector 2">
            <a:extLst>
              <a:ext uri="{FF2B5EF4-FFF2-40B4-BE49-F238E27FC236}">
                <a16:creationId xmlns:a16="http://schemas.microsoft.com/office/drawing/2014/main" id="{28D9486A-B98E-4B57-8D8A-06E1859A7223}"/>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4" name="Text Placeholder 6">
            <a:extLst>
              <a:ext uri="{FF2B5EF4-FFF2-40B4-BE49-F238E27FC236}">
                <a16:creationId xmlns:a16="http://schemas.microsoft.com/office/drawing/2014/main" id="{3D8A3E1F-620B-4CA3-97C7-68562D78F51E}"/>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sp>
        <p:nvSpPr>
          <p:cNvPr id="5" name="Text Placeholder 4">
            <a:extLst>
              <a:ext uri="{FF2B5EF4-FFF2-40B4-BE49-F238E27FC236}">
                <a16:creationId xmlns:a16="http://schemas.microsoft.com/office/drawing/2014/main" id="{FFA9A521-98E2-43CC-85CA-3FEC60A7E683}"/>
              </a:ext>
            </a:extLst>
          </p:cNvPr>
          <p:cNvSpPr>
            <a:spLocks noGrp="1"/>
          </p:cNvSpPr>
          <p:nvPr>
            <p:ph type="body" sz="quarter" idx="47" hasCustomPrompt="1"/>
          </p:nvPr>
        </p:nvSpPr>
        <p:spPr>
          <a:xfrm>
            <a:off x="3593985" y="1601788"/>
            <a:ext cx="2455863" cy="3024187"/>
          </a:xfrm>
          <a:solidFill>
            <a:schemeClr val="bg2"/>
          </a:solidFill>
        </p:spPr>
        <p:txBody>
          <a:bodyPr lIns="182880" tIns="182880" rIns="182880" bIns="182880"/>
          <a:lstStyle>
            <a:lvl1pPr marL="0" indent="0">
              <a:spcAft>
                <a:spcPts val="0"/>
              </a:spcAft>
              <a:buFontTx/>
              <a:buNone/>
              <a:defRPr lang="en-US" sz="6000" b="0" dirty="0" smtClean="0">
                <a:solidFill>
                  <a:schemeClr val="tx1"/>
                </a:solidFill>
                <a:latin typeface="Calibre Light" panose="020B0303030202060203" pitchFamily="34" charset="0"/>
                <a:ea typeface="+mn-ea"/>
                <a:cs typeface="+mn-cs"/>
              </a:defRPr>
            </a:lvl1pPr>
            <a:lvl2pPr>
              <a:spcBef>
                <a:spcPts val="0"/>
              </a:spcBef>
              <a:spcAft>
                <a:spcPts val="600"/>
              </a:spcAft>
              <a:defRPr lang="en-US" sz="2200" dirty="0" smtClean="0">
                <a:solidFill>
                  <a:schemeClr val="tx1"/>
                </a:solidFill>
                <a:latin typeface="Calibre Light" panose="020B0303030202060203" pitchFamily="34" charset="0"/>
                <a:ea typeface="+mn-ea"/>
                <a:cs typeface="+mn-cs"/>
              </a:defRPr>
            </a:lvl2pPr>
            <a:lvl3pPr marL="0" indent="0">
              <a:spcBef>
                <a:spcPts val="3400"/>
              </a:spcBef>
              <a:spcAft>
                <a:spcPts val="600"/>
              </a:spcAft>
              <a:buFontTx/>
              <a:buNone/>
              <a:defRPr lang="en-US" sz="1600" dirty="0" smtClean="0">
                <a:solidFill>
                  <a:schemeClr val="tx1"/>
                </a:solidFill>
                <a:latin typeface="Calibre Semibold" panose="020B0703030202060203" pitchFamily="34" charset="0"/>
                <a:ea typeface="+mn-ea"/>
                <a:cs typeface="+mn-cs"/>
              </a:defRPr>
            </a:lvl3pPr>
            <a:lvl4pPr marL="173736">
              <a:spcBef>
                <a:spcPts val="300"/>
              </a:spcBef>
              <a:spcAft>
                <a:spcPts val="300"/>
              </a:spcAft>
              <a:defRPr lang="en-US" sz="1200" b="0" dirty="0">
                <a:solidFill>
                  <a:schemeClr val="tx1"/>
                </a:solidFill>
                <a:latin typeface="+mn-lt"/>
                <a:ea typeface="+mn-ea"/>
                <a:cs typeface="+mn-cs"/>
              </a:defRPr>
            </a:lvl4pPr>
            <a:lvl5pPr marL="356616" indent="-171450">
              <a:spcBef>
                <a:spcPts val="600"/>
              </a:spcBef>
              <a:spcAft>
                <a:spcPts val="0"/>
              </a:spcAft>
              <a:buFont typeface="Calibre" panose="020B0503030202060203" pitchFamily="34" charset="0"/>
              <a:buChar char="–"/>
              <a:defRPr lang="en-US" sz="1200" dirty="0" smtClean="0">
                <a:solidFill>
                  <a:schemeClr val="tx1"/>
                </a:solidFill>
                <a:latin typeface="Calibre" panose="020B05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#value</a:t>
            </a:r>
          </a:p>
          <a:p>
            <a:pPr lvl="1"/>
            <a:r>
              <a:rPr lang="en-US"/>
              <a:t>unit</a:t>
            </a:r>
          </a:p>
          <a:p>
            <a:pPr lvl="2"/>
            <a:r>
              <a:rPr lang="en-US"/>
              <a:t>Description</a:t>
            </a:r>
          </a:p>
        </p:txBody>
      </p:sp>
      <p:sp>
        <p:nvSpPr>
          <p:cNvPr id="6" name="Text Placeholder 4">
            <a:extLst>
              <a:ext uri="{FF2B5EF4-FFF2-40B4-BE49-F238E27FC236}">
                <a16:creationId xmlns:a16="http://schemas.microsoft.com/office/drawing/2014/main" id="{64B3BC16-5A21-484A-8BE9-CBF682C7A0F7}"/>
              </a:ext>
            </a:extLst>
          </p:cNvPr>
          <p:cNvSpPr>
            <a:spLocks noGrp="1"/>
          </p:cNvSpPr>
          <p:nvPr>
            <p:ph type="body" sz="quarter" idx="48" hasCustomPrompt="1"/>
          </p:nvPr>
        </p:nvSpPr>
        <p:spPr>
          <a:xfrm>
            <a:off x="6160858" y="1601787"/>
            <a:ext cx="2455863" cy="3024187"/>
          </a:xfrm>
          <a:solidFill>
            <a:schemeClr val="tx1"/>
          </a:solidFill>
        </p:spPr>
        <p:txBody>
          <a:bodyPr lIns="182880" tIns="182880" rIns="182880" bIns="182880"/>
          <a:lstStyle>
            <a:lvl1pPr marL="0" indent="0">
              <a:spcAft>
                <a:spcPts val="0"/>
              </a:spcAft>
              <a:buFontTx/>
              <a:buNone/>
              <a:defRPr lang="en-US" sz="6000" b="0" dirty="0" smtClean="0">
                <a:solidFill>
                  <a:schemeClr val="bg1"/>
                </a:solidFill>
                <a:latin typeface="Calibre Light" panose="020B0303030202060203" pitchFamily="34" charset="0"/>
                <a:ea typeface="+mn-ea"/>
                <a:cs typeface="+mn-cs"/>
              </a:defRPr>
            </a:lvl1pPr>
            <a:lvl2pPr>
              <a:spcBef>
                <a:spcPts val="0"/>
              </a:spcBef>
              <a:spcAft>
                <a:spcPts val="600"/>
              </a:spcAft>
              <a:defRPr lang="en-US" sz="2200" dirty="0" smtClean="0">
                <a:solidFill>
                  <a:schemeClr val="bg1"/>
                </a:solidFill>
                <a:latin typeface="Calibre Light" panose="020B0303030202060203" pitchFamily="34" charset="0"/>
                <a:ea typeface="+mn-ea"/>
                <a:cs typeface="+mn-cs"/>
              </a:defRPr>
            </a:lvl2pPr>
            <a:lvl3pPr marL="0" indent="0">
              <a:spcBef>
                <a:spcPts val="3400"/>
              </a:spcBef>
              <a:spcAft>
                <a:spcPts val="600"/>
              </a:spcAft>
              <a:buFontTx/>
              <a:buNone/>
              <a:defRPr lang="en-US" sz="1600" dirty="0" smtClean="0">
                <a:solidFill>
                  <a:schemeClr val="bg1"/>
                </a:solidFill>
                <a:latin typeface="Calibre Semibold" panose="020B0703030202060203" pitchFamily="34" charset="0"/>
                <a:ea typeface="+mn-ea"/>
                <a:cs typeface="+mn-cs"/>
              </a:defRPr>
            </a:lvl3pPr>
            <a:lvl4pPr marL="173736">
              <a:spcBef>
                <a:spcPts val="300"/>
              </a:spcBef>
              <a:spcAft>
                <a:spcPts val="300"/>
              </a:spcAft>
              <a:buClr>
                <a:schemeClr val="bg1"/>
              </a:buClr>
              <a:defRPr lang="en-US" sz="1200" b="0" dirty="0">
                <a:solidFill>
                  <a:schemeClr val="bg1"/>
                </a:solidFill>
                <a:latin typeface="+mn-lt"/>
                <a:ea typeface="+mn-ea"/>
                <a:cs typeface="+mn-cs"/>
              </a:defRPr>
            </a:lvl4pPr>
            <a:lvl5pPr marL="356616" indent="-171450">
              <a:spcBef>
                <a:spcPts val="600"/>
              </a:spcBef>
              <a:spcAft>
                <a:spcPts val="0"/>
              </a:spcAft>
              <a:buFont typeface="Calibre" panose="020B0503030202060203" pitchFamily="34" charset="0"/>
              <a:buChar char="–"/>
              <a:defRPr lang="en-US" sz="1200" dirty="0" smtClean="0">
                <a:solidFill>
                  <a:schemeClr val="bg1"/>
                </a:solidFill>
                <a:latin typeface="Calibre" panose="020B05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US"/>
              <a:t>#value</a:t>
            </a:r>
          </a:p>
          <a:p>
            <a:pPr lvl="1"/>
            <a:r>
              <a:rPr lang="en-US"/>
              <a:t>unit</a:t>
            </a:r>
          </a:p>
          <a:p>
            <a:pPr lvl="2"/>
            <a:r>
              <a:rPr lang="en-US"/>
              <a:t>Description</a:t>
            </a:r>
          </a:p>
        </p:txBody>
      </p:sp>
      <p:sp>
        <p:nvSpPr>
          <p:cNvPr id="7" name="Text Placeholder 4">
            <a:extLst>
              <a:ext uri="{FF2B5EF4-FFF2-40B4-BE49-F238E27FC236}">
                <a16:creationId xmlns:a16="http://schemas.microsoft.com/office/drawing/2014/main" id="{4544D5E3-0BBB-4F91-BE66-4EFDE9562EE4}"/>
              </a:ext>
            </a:extLst>
          </p:cNvPr>
          <p:cNvSpPr>
            <a:spLocks noGrp="1"/>
          </p:cNvSpPr>
          <p:nvPr>
            <p:ph type="body" sz="quarter" idx="49" hasCustomPrompt="1"/>
          </p:nvPr>
        </p:nvSpPr>
        <p:spPr>
          <a:xfrm>
            <a:off x="8729021" y="1601787"/>
            <a:ext cx="2455863" cy="3024187"/>
          </a:xfrm>
          <a:solidFill>
            <a:schemeClr val="tx2"/>
          </a:solidFill>
        </p:spPr>
        <p:txBody>
          <a:bodyPr lIns="182880" tIns="182880" rIns="182880" bIns="182880"/>
          <a:lstStyle>
            <a:lvl1pPr marL="0" indent="0">
              <a:spcAft>
                <a:spcPts val="0"/>
              </a:spcAft>
              <a:buFontTx/>
              <a:buNone/>
              <a:defRPr lang="en-US" sz="6000" b="0" dirty="0" smtClean="0">
                <a:solidFill>
                  <a:schemeClr val="tx1"/>
                </a:solidFill>
                <a:latin typeface="Calibre Light" panose="020B0303030202060203" pitchFamily="34" charset="0"/>
                <a:ea typeface="+mn-ea"/>
                <a:cs typeface="+mn-cs"/>
              </a:defRPr>
            </a:lvl1pPr>
            <a:lvl2pPr>
              <a:spcBef>
                <a:spcPts val="0"/>
              </a:spcBef>
              <a:spcAft>
                <a:spcPts val="600"/>
              </a:spcAft>
              <a:defRPr lang="en-US" sz="2200" dirty="0" smtClean="0">
                <a:solidFill>
                  <a:schemeClr val="tx1"/>
                </a:solidFill>
                <a:latin typeface="Calibre Light" panose="020B0303030202060203" pitchFamily="34" charset="0"/>
                <a:ea typeface="+mn-ea"/>
                <a:cs typeface="+mn-cs"/>
              </a:defRPr>
            </a:lvl2pPr>
            <a:lvl3pPr marL="0" indent="0">
              <a:spcBef>
                <a:spcPts val="3400"/>
              </a:spcBef>
              <a:spcAft>
                <a:spcPts val="600"/>
              </a:spcAft>
              <a:buFontTx/>
              <a:buNone/>
              <a:defRPr lang="en-US" sz="1600" dirty="0" smtClean="0">
                <a:solidFill>
                  <a:schemeClr val="tx1"/>
                </a:solidFill>
                <a:latin typeface="Calibre Semibold" panose="020B0703030202060203" pitchFamily="34" charset="0"/>
                <a:ea typeface="+mn-ea"/>
                <a:cs typeface="+mn-cs"/>
              </a:defRPr>
            </a:lvl3pPr>
            <a:lvl4pPr marL="173736">
              <a:spcBef>
                <a:spcPts val="300"/>
              </a:spcBef>
              <a:spcAft>
                <a:spcPts val="300"/>
              </a:spcAft>
              <a:defRPr lang="en-US" sz="1200" b="0" dirty="0">
                <a:solidFill>
                  <a:schemeClr val="tx1"/>
                </a:solidFill>
                <a:latin typeface="+mn-lt"/>
                <a:ea typeface="+mn-ea"/>
                <a:cs typeface="+mn-cs"/>
              </a:defRPr>
            </a:lvl4pPr>
            <a:lvl5pPr marL="356616" indent="-171450">
              <a:spcBef>
                <a:spcPts val="600"/>
              </a:spcBef>
              <a:spcAft>
                <a:spcPts val="0"/>
              </a:spcAft>
              <a:buFont typeface="Calibre" panose="020B0503030202060203" pitchFamily="34" charset="0"/>
              <a:buChar char="–"/>
              <a:defRPr lang="en-US" sz="1200" dirty="0" smtClean="0">
                <a:solidFill>
                  <a:schemeClr val="tx1"/>
                </a:solidFill>
                <a:latin typeface="Calibre" panose="020B05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US"/>
              <a:t>#value</a:t>
            </a:r>
          </a:p>
          <a:p>
            <a:pPr lvl="1"/>
            <a:r>
              <a:rPr lang="en-US"/>
              <a:t>unit</a:t>
            </a:r>
          </a:p>
          <a:p>
            <a:pPr lvl="2"/>
            <a:r>
              <a:rPr lang="en-US"/>
              <a:t>Description</a:t>
            </a:r>
          </a:p>
        </p:txBody>
      </p:sp>
      <p:sp>
        <p:nvSpPr>
          <p:cNvPr id="8" name="Text Placeholder 4">
            <a:extLst>
              <a:ext uri="{FF2B5EF4-FFF2-40B4-BE49-F238E27FC236}">
                <a16:creationId xmlns:a16="http://schemas.microsoft.com/office/drawing/2014/main" id="{50610A3B-99C8-49E0-B612-213D17F205A6}"/>
              </a:ext>
            </a:extLst>
          </p:cNvPr>
          <p:cNvSpPr>
            <a:spLocks noGrp="1"/>
          </p:cNvSpPr>
          <p:nvPr>
            <p:ph type="body" sz="quarter" idx="10"/>
          </p:nvPr>
        </p:nvSpPr>
        <p:spPr>
          <a:xfrm>
            <a:off x="3612568" y="4983292"/>
            <a:ext cx="7135812" cy="530915"/>
          </a:xfrm>
        </p:spPr>
        <p:txBody>
          <a:bodyPr tIns="100584"/>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006843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29" name="Content Placeholder 28">
            <a:extLst>
              <a:ext uri="{FF2B5EF4-FFF2-40B4-BE49-F238E27FC236}">
                <a16:creationId xmlns:a16="http://schemas.microsoft.com/office/drawing/2014/main" id="{4B6C5592-E75B-4F66-82B4-AE2E36476FDD}"/>
              </a:ext>
            </a:extLst>
          </p:cNvPr>
          <p:cNvSpPr>
            <a:spLocks noGrp="1"/>
          </p:cNvSpPr>
          <p:nvPr>
            <p:ph sz="quarter" idx="43" hasCustomPrompt="1"/>
          </p:nvPr>
        </p:nvSpPr>
        <p:spPr>
          <a:xfrm>
            <a:off x="512235" y="1981200"/>
            <a:ext cx="1575118" cy="187920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Content Placeholder 30">
            <a:extLst>
              <a:ext uri="{FF2B5EF4-FFF2-40B4-BE49-F238E27FC236}">
                <a16:creationId xmlns:a16="http://schemas.microsoft.com/office/drawing/2014/main" id="{5B7E7880-B55C-4D04-BAEB-85955CA98962}"/>
              </a:ext>
            </a:extLst>
          </p:cNvPr>
          <p:cNvSpPr>
            <a:spLocks noGrp="1"/>
          </p:cNvSpPr>
          <p:nvPr>
            <p:ph sz="quarter" idx="44" hasCustomPrompt="1"/>
          </p:nvPr>
        </p:nvSpPr>
        <p:spPr>
          <a:xfrm>
            <a:off x="2430141" y="1981200"/>
            <a:ext cx="1575118" cy="187920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Content Placeholder 31">
            <a:extLst>
              <a:ext uri="{FF2B5EF4-FFF2-40B4-BE49-F238E27FC236}">
                <a16:creationId xmlns:a16="http://schemas.microsoft.com/office/drawing/2014/main" id="{F2E1760B-9CF3-448D-86DD-6A7FB6C6379B}"/>
              </a:ext>
            </a:extLst>
          </p:cNvPr>
          <p:cNvSpPr>
            <a:spLocks noGrp="1"/>
          </p:cNvSpPr>
          <p:nvPr>
            <p:ph sz="quarter" idx="45" hasCustomPrompt="1"/>
          </p:nvPr>
        </p:nvSpPr>
        <p:spPr>
          <a:xfrm>
            <a:off x="4348047" y="1981200"/>
            <a:ext cx="1575118" cy="187920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Content Placeholder 32">
            <a:extLst>
              <a:ext uri="{FF2B5EF4-FFF2-40B4-BE49-F238E27FC236}">
                <a16:creationId xmlns:a16="http://schemas.microsoft.com/office/drawing/2014/main" id="{9D1C2352-316D-4B0F-BAC8-C9C4EAEAAC06}"/>
              </a:ext>
            </a:extLst>
          </p:cNvPr>
          <p:cNvSpPr>
            <a:spLocks noGrp="1"/>
          </p:cNvSpPr>
          <p:nvPr>
            <p:ph sz="quarter" idx="46" hasCustomPrompt="1"/>
          </p:nvPr>
        </p:nvSpPr>
        <p:spPr>
          <a:xfrm>
            <a:off x="6265953" y="1981200"/>
            <a:ext cx="1575118" cy="187920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34" name="Content Placeholder 33">
            <a:extLst>
              <a:ext uri="{FF2B5EF4-FFF2-40B4-BE49-F238E27FC236}">
                <a16:creationId xmlns:a16="http://schemas.microsoft.com/office/drawing/2014/main" id="{815FDFA6-6DF2-49E3-AA9F-CE687A266AD5}"/>
              </a:ext>
            </a:extLst>
          </p:cNvPr>
          <p:cNvSpPr>
            <a:spLocks noGrp="1"/>
          </p:cNvSpPr>
          <p:nvPr>
            <p:ph sz="quarter" idx="47" hasCustomPrompt="1"/>
          </p:nvPr>
        </p:nvSpPr>
        <p:spPr>
          <a:xfrm>
            <a:off x="8183859" y="1981200"/>
            <a:ext cx="1575118" cy="187920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35" name="Content Placeholder 34">
            <a:extLst>
              <a:ext uri="{FF2B5EF4-FFF2-40B4-BE49-F238E27FC236}">
                <a16:creationId xmlns:a16="http://schemas.microsoft.com/office/drawing/2014/main" id="{FBE5FE07-240C-4FF1-9454-BD534F816F56}"/>
              </a:ext>
            </a:extLst>
          </p:cNvPr>
          <p:cNvSpPr>
            <a:spLocks noGrp="1"/>
          </p:cNvSpPr>
          <p:nvPr>
            <p:ph sz="quarter" idx="48" hasCustomPrompt="1"/>
          </p:nvPr>
        </p:nvSpPr>
        <p:spPr>
          <a:xfrm>
            <a:off x="10101763" y="1981200"/>
            <a:ext cx="1575118" cy="187920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43" name="Content Placeholder 42">
            <a:extLst>
              <a:ext uri="{FF2B5EF4-FFF2-40B4-BE49-F238E27FC236}">
                <a16:creationId xmlns:a16="http://schemas.microsoft.com/office/drawing/2014/main" id="{655220C0-89C2-4ABD-95E5-C4A7EEE5197D}"/>
              </a:ext>
            </a:extLst>
          </p:cNvPr>
          <p:cNvSpPr>
            <a:spLocks noGrp="1"/>
          </p:cNvSpPr>
          <p:nvPr>
            <p:ph sz="quarter" idx="49" hasCustomPrompt="1"/>
          </p:nvPr>
        </p:nvSpPr>
        <p:spPr>
          <a:xfrm>
            <a:off x="503224" y="4625070"/>
            <a:ext cx="1575118" cy="187733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44" name="Content Placeholder 43">
            <a:extLst>
              <a:ext uri="{FF2B5EF4-FFF2-40B4-BE49-F238E27FC236}">
                <a16:creationId xmlns:a16="http://schemas.microsoft.com/office/drawing/2014/main" id="{F4E0410B-D78F-4EAB-8880-2649BFE3CD0A}"/>
              </a:ext>
            </a:extLst>
          </p:cNvPr>
          <p:cNvSpPr>
            <a:spLocks noGrp="1"/>
          </p:cNvSpPr>
          <p:nvPr>
            <p:ph sz="quarter" idx="50" hasCustomPrompt="1"/>
          </p:nvPr>
        </p:nvSpPr>
        <p:spPr>
          <a:xfrm>
            <a:off x="2421130" y="4625070"/>
            <a:ext cx="1575118" cy="187733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45" name="Content Placeholder 44">
            <a:extLst>
              <a:ext uri="{FF2B5EF4-FFF2-40B4-BE49-F238E27FC236}">
                <a16:creationId xmlns:a16="http://schemas.microsoft.com/office/drawing/2014/main" id="{EDC8F29C-7560-4B79-8BB1-197EBB3626A8}"/>
              </a:ext>
            </a:extLst>
          </p:cNvPr>
          <p:cNvSpPr>
            <a:spLocks noGrp="1"/>
          </p:cNvSpPr>
          <p:nvPr>
            <p:ph sz="quarter" idx="51" hasCustomPrompt="1"/>
          </p:nvPr>
        </p:nvSpPr>
        <p:spPr>
          <a:xfrm>
            <a:off x="4339036" y="4625070"/>
            <a:ext cx="1575118" cy="187733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46" name="Content Placeholder 45">
            <a:extLst>
              <a:ext uri="{FF2B5EF4-FFF2-40B4-BE49-F238E27FC236}">
                <a16:creationId xmlns:a16="http://schemas.microsoft.com/office/drawing/2014/main" id="{0A11A1C4-8D7C-4A6E-A90E-4A14FED7766A}"/>
              </a:ext>
            </a:extLst>
          </p:cNvPr>
          <p:cNvSpPr>
            <a:spLocks noGrp="1"/>
          </p:cNvSpPr>
          <p:nvPr>
            <p:ph sz="quarter" idx="52" hasCustomPrompt="1"/>
          </p:nvPr>
        </p:nvSpPr>
        <p:spPr>
          <a:xfrm>
            <a:off x="6256942" y="4625070"/>
            <a:ext cx="1575118" cy="187733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47" name="Content Placeholder 46">
            <a:extLst>
              <a:ext uri="{FF2B5EF4-FFF2-40B4-BE49-F238E27FC236}">
                <a16:creationId xmlns:a16="http://schemas.microsoft.com/office/drawing/2014/main" id="{4D169E71-15A5-4A4A-B740-2B215BFA104D}"/>
              </a:ext>
            </a:extLst>
          </p:cNvPr>
          <p:cNvSpPr>
            <a:spLocks noGrp="1"/>
          </p:cNvSpPr>
          <p:nvPr>
            <p:ph sz="quarter" idx="53" hasCustomPrompt="1"/>
          </p:nvPr>
        </p:nvSpPr>
        <p:spPr>
          <a:xfrm>
            <a:off x="8174848" y="4625070"/>
            <a:ext cx="1575118" cy="187733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sp>
        <p:nvSpPr>
          <p:cNvPr id="48" name="Content Placeholder 47">
            <a:extLst>
              <a:ext uri="{FF2B5EF4-FFF2-40B4-BE49-F238E27FC236}">
                <a16:creationId xmlns:a16="http://schemas.microsoft.com/office/drawing/2014/main" id="{558C07C3-48E4-4592-B304-8FD05807473D}"/>
              </a:ext>
            </a:extLst>
          </p:cNvPr>
          <p:cNvSpPr>
            <a:spLocks noGrp="1"/>
          </p:cNvSpPr>
          <p:nvPr>
            <p:ph sz="quarter" idx="54" hasCustomPrompt="1"/>
          </p:nvPr>
        </p:nvSpPr>
        <p:spPr>
          <a:xfrm>
            <a:off x="10092752" y="4625070"/>
            <a:ext cx="1575118" cy="1877330"/>
          </a:xfrm>
          <a:custGeom>
            <a:avLst/>
            <a:gdLst>
              <a:gd name="connsiteX0" fmla="*/ 0 w 1575118"/>
              <a:gd name="connsiteY0" fmla="*/ 0 h 1752302"/>
              <a:gd name="connsiteX1" fmla="*/ 1575118 w 1575118"/>
              <a:gd name="connsiteY1" fmla="*/ 0 h 1752302"/>
              <a:gd name="connsiteX2" fmla="*/ 1575118 w 1575118"/>
              <a:gd name="connsiteY2" fmla="*/ 1752302 h 1752302"/>
              <a:gd name="connsiteX3" fmla="*/ 0 w 1575118"/>
              <a:gd name="connsiteY3" fmla="*/ 1752302 h 1752302"/>
            </a:gdLst>
            <a:ahLst/>
            <a:cxnLst>
              <a:cxn ang="0">
                <a:pos x="connsiteX0" y="connsiteY0"/>
              </a:cxn>
              <a:cxn ang="0">
                <a:pos x="connsiteX1" y="connsiteY1"/>
              </a:cxn>
              <a:cxn ang="0">
                <a:pos x="connsiteX2" y="connsiteY2"/>
              </a:cxn>
              <a:cxn ang="0">
                <a:pos x="connsiteX3" y="connsiteY3"/>
              </a:cxn>
            </a:cxnLst>
            <a:rect l="l" t="t" r="r" b="b"/>
            <a:pathLst>
              <a:path w="1575118" h="1752302">
                <a:moveTo>
                  <a:pt x="0" y="0"/>
                </a:moveTo>
                <a:lnTo>
                  <a:pt x="1575118" y="0"/>
                </a:lnTo>
                <a:lnTo>
                  <a:pt x="1575118" y="1752302"/>
                </a:lnTo>
                <a:lnTo>
                  <a:pt x="0" y="1752302"/>
                </a:lnTo>
                <a:close/>
              </a:path>
            </a:pathLst>
          </a:custGeom>
          <a:ln w="12700">
            <a:solidFill>
              <a:schemeClr val="tx1">
                <a:lumMod val="20000"/>
                <a:lumOff val="80000"/>
              </a:schemeClr>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US"/>
              <a:t>subtitle</a:t>
            </a:r>
          </a:p>
          <a:p>
            <a:pPr lvl="1"/>
            <a:r>
              <a:rPr lang="en-US"/>
              <a:t>Second level</a:t>
            </a:r>
          </a:p>
          <a:p>
            <a:pPr lvl="2"/>
            <a:r>
              <a:rPr lang="en-US"/>
              <a:t>Third level</a:t>
            </a:r>
          </a:p>
          <a:p>
            <a:pPr lvl="3"/>
            <a:r>
              <a:rPr lang="en-US"/>
              <a:t>Fourth level</a:t>
            </a:r>
          </a:p>
          <a:p>
            <a:pPr lvl="4"/>
            <a:r>
              <a:rPr lang="en-US"/>
              <a:t>Fifth level</a:t>
            </a:r>
            <a:endParaRPr lang="en-GB"/>
          </a:p>
        </p:txBody>
      </p:sp>
      <p:cxnSp>
        <p:nvCxnSpPr>
          <p:cNvPr id="20" name="Straight Connector 19">
            <a:extLst>
              <a:ext uri="{FF2B5EF4-FFF2-40B4-BE49-F238E27FC236}">
                <a16:creationId xmlns:a16="http://schemas.microsoft.com/office/drawing/2014/main" id="{ED4F926D-EE6D-49B2-A725-E588891625EF}"/>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21" name="Text Placeholder 6">
            <a:extLst>
              <a:ext uri="{FF2B5EF4-FFF2-40B4-BE49-F238E27FC236}">
                <a16:creationId xmlns:a16="http://schemas.microsoft.com/office/drawing/2014/main" id="{051482CA-4921-47D7-96DE-2684BD1497E8}"/>
              </a:ext>
            </a:extLst>
          </p:cNvPr>
          <p:cNvSpPr>
            <a:spLocks noGrp="1"/>
          </p:cNvSpPr>
          <p:nvPr>
            <p:ph type="body" sz="quarter" idx="56"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cxnSp>
        <p:nvCxnSpPr>
          <p:cNvPr id="19" name="Straight Connector 18">
            <a:extLst>
              <a:ext uri="{FF2B5EF4-FFF2-40B4-BE49-F238E27FC236}">
                <a16:creationId xmlns:a16="http://schemas.microsoft.com/office/drawing/2014/main" id="{5639A247-1642-4106-84E6-7975F4FC49F1}"/>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3308BA-CAEE-493C-B380-CDF28061AD23}"/>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212C2254-204A-4258-9C41-3E7B5040E739}"/>
              </a:ext>
            </a:extLst>
          </p:cNvPr>
          <p:cNvSpPr>
            <a:spLocks noGrp="1"/>
          </p:cNvSpPr>
          <p:nvPr>
            <p:ph type="body" sz="quarter" idx="12" hasCustomPrompt="1"/>
          </p:nvPr>
        </p:nvSpPr>
        <p:spPr>
          <a:xfrm>
            <a:off x="4097340" y="920750"/>
            <a:ext cx="2459036" cy="575337"/>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Sub heading</a:t>
            </a:r>
          </a:p>
        </p:txBody>
      </p:sp>
    </p:spTree>
    <p:extLst>
      <p:ext uri="{BB962C8B-B14F-4D97-AF65-F5344CB8AC3E}">
        <p14:creationId xmlns:p14="http://schemas.microsoft.com/office/powerpoint/2010/main" val="389803672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Only + Note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3B3A32D-AE24-47B3-9C46-EFB6635124F3}"/>
              </a:ext>
            </a:extLst>
          </p:cNvPr>
          <p:cNvSpPr>
            <a:spLocks noGrp="1"/>
          </p:cNvSpPr>
          <p:nvPr>
            <p:ph type="title"/>
          </p:nvPr>
        </p:nvSpPr>
        <p:spPr/>
        <p:txBody>
          <a:bodyPr/>
          <a:lstStyle/>
          <a:p>
            <a:r>
              <a:rPr lang="en-US"/>
              <a:t>Click to edit Master title style</a:t>
            </a:r>
            <a:endParaRPr lang="en-GB"/>
          </a:p>
        </p:txBody>
      </p:sp>
      <p:cxnSp>
        <p:nvCxnSpPr>
          <p:cNvPr id="13" name="Straight Connector 12">
            <a:extLst>
              <a:ext uri="{FF2B5EF4-FFF2-40B4-BE49-F238E27FC236}">
                <a16:creationId xmlns:a16="http://schemas.microsoft.com/office/drawing/2014/main" id="{9CBAF315-2652-4EA0-B884-B7477DB1C5C0}"/>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4" name="Text Placeholder 6">
            <a:extLst>
              <a:ext uri="{FF2B5EF4-FFF2-40B4-BE49-F238E27FC236}">
                <a16:creationId xmlns:a16="http://schemas.microsoft.com/office/drawing/2014/main" id="{01E6898C-B419-4C3E-AC33-482DE44DE0C6}"/>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cxnSp>
        <p:nvCxnSpPr>
          <p:cNvPr id="8" name="Straight Connector 7">
            <a:extLst>
              <a:ext uri="{FF2B5EF4-FFF2-40B4-BE49-F238E27FC236}">
                <a16:creationId xmlns:a16="http://schemas.microsoft.com/office/drawing/2014/main" id="{D2E8C44E-54BC-4BA2-B015-BB756AD66286}"/>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389EC21-C749-48F0-8E76-C911DCFD4313}"/>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6C668787-7C61-419D-9A62-46599494E3F8}"/>
              </a:ext>
            </a:extLst>
          </p:cNvPr>
          <p:cNvSpPr>
            <a:spLocks noGrp="1"/>
          </p:cNvSpPr>
          <p:nvPr>
            <p:ph type="body" sz="quarter" idx="44"/>
          </p:nvPr>
        </p:nvSpPr>
        <p:spPr>
          <a:xfrm>
            <a:off x="511177" y="3492064"/>
            <a:ext cx="1947861" cy="2500312"/>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027212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F38191-F8DB-434F-8E40-C9B0A013F117}"/>
              </a:ext>
            </a:extLst>
          </p:cNvPr>
          <p:cNvSpPr>
            <a:spLocks noGrp="1"/>
          </p:cNvSpPr>
          <p:nvPr>
            <p:ph type="title"/>
          </p:nvPr>
        </p:nvSpPr>
        <p:spPr/>
        <p:txBody>
          <a:bodyPr/>
          <a:lstStyle/>
          <a:p>
            <a:r>
              <a:rPr lang="en-US"/>
              <a:t>Click to edit Master title style</a:t>
            </a:r>
            <a:endParaRPr lang="en-GB"/>
          </a:p>
        </p:txBody>
      </p:sp>
      <p:cxnSp>
        <p:nvCxnSpPr>
          <p:cNvPr id="6" name="Straight Connector 5">
            <a:extLst>
              <a:ext uri="{FF2B5EF4-FFF2-40B4-BE49-F238E27FC236}">
                <a16:creationId xmlns:a16="http://schemas.microsoft.com/office/drawing/2014/main" id="{22E17F13-D7F5-4088-A91F-EA365096CE0D}"/>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81894705-220F-47BA-82F8-92D2B8CE9B75}"/>
              </a:ext>
            </a:extLst>
          </p:cNvPr>
          <p:cNvSpPr>
            <a:spLocks noGrp="1"/>
          </p:cNvSpPr>
          <p:nvPr>
            <p:ph type="body" sz="quarter" idx="43" hasCustomPrompt="1"/>
          </p:nvPr>
        </p:nvSpPr>
        <p:spPr>
          <a:xfrm>
            <a:off x="1536700" y="957804"/>
            <a:ext cx="1936750"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US"/>
              <a:t>NAVIGATION </a:t>
            </a:r>
            <a:r>
              <a:rPr lang="en-US" err="1"/>
              <a:t>HEADer</a:t>
            </a:r>
            <a:endParaRPr lang="en-GB"/>
          </a:p>
        </p:txBody>
      </p:sp>
      <p:cxnSp>
        <p:nvCxnSpPr>
          <p:cNvPr id="8" name="Straight Connector 7">
            <a:extLst>
              <a:ext uri="{FF2B5EF4-FFF2-40B4-BE49-F238E27FC236}">
                <a16:creationId xmlns:a16="http://schemas.microsoft.com/office/drawing/2014/main" id="{2650E227-8DDD-4953-ABFE-BABD2F417922}"/>
              </a:ext>
            </a:extLst>
          </p:cNvPr>
          <p:cNvCxnSpPr>
            <a:cxnSpLocks/>
          </p:cNvCxnSpPr>
          <p:nvPr/>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2F32A75-71FA-4422-A707-1A6BE60C032B}"/>
              </a:ext>
            </a:extLst>
          </p:cNvPr>
          <p:cNvCxnSpPr>
            <a:cxnSpLocks/>
          </p:cNvCxnSpPr>
          <p:nvPr userDrawn="1"/>
        </p:nvCxnSpPr>
        <p:spPr>
          <a:xfrm flipH="1">
            <a:off x="503224" y="1022541"/>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861827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 column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Page heading</a:t>
            </a:r>
            <a:endParaRPr lang="en-GB"/>
          </a:p>
        </p:txBody>
      </p:sp>
      <p:sp>
        <p:nvSpPr>
          <p:cNvPr id="4" name="Text Placeholder 3"/>
          <p:cNvSpPr>
            <a:spLocks noGrp="1"/>
          </p:cNvSpPr>
          <p:nvPr>
            <p:ph type="body" sz="quarter" idx="12" hasCustomPrompt="1"/>
          </p:nvPr>
        </p:nvSpPr>
        <p:spPr>
          <a:xfrm>
            <a:off x="719667" y="1524000"/>
            <a:ext cx="10949517" cy="1845733"/>
          </a:xfrm>
        </p:spPr>
        <p:txBody>
          <a:bodyPr/>
          <a:lstStyle/>
          <a:p>
            <a:pPr lvl="0"/>
            <a:r>
              <a:rPr lang="en-US" noProof="0"/>
              <a:t>Heading </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917065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 column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a:t>Page heading</a:t>
            </a:r>
            <a:endParaRPr lang="en-GB" noProof="0"/>
          </a:p>
        </p:txBody>
      </p:sp>
      <p:sp>
        <p:nvSpPr>
          <p:cNvPr id="5" name="Text Placeholder 4"/>
          <p:cNvSpPr>
            <a:spLocks noGrp="1"/>
          </p:cNvSpPr>
          <p:nvPr>
            <p:ph type="body" sz="quarter" idx="14" hasCustomPrompt="1"/>
          </p:nvPr>
        </p:nvSpPr>
        <p:spPr>
          <a:xfrm>
            <a:off x="718807" y="1524001"/>
            <a:ext cx="5376333" cy="1846660"/>
          </a:xfrm>
        </p:spPr>
        <p:txBody>
          <a:bodyPr>
            <a:spAutoFit/>
          </a:bodyPr>
          <a:lstStyle>
            <a:lvl1pPr>
              <a:defRPr/>
            </a:lvl1pPr>
            <a:lvl5pPr>
              <a:defRPr/>
            </a:lvl5pPr>
          </a:lstStyle>
          <a:p>
            <a:pPr lvl="0"/>
            <a:r>
              <a:rPr lang="en-US"/>
              <a:t>Heading</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5" hasCustomPrompt="1"/>
          </p:nvPr>
        </p:nvSpPr>
        <p:spPr>
          <a:xfrm>
            <a:off x="6291792" y="1524001"/>
            <a:ext cx="5376333" cy="1846660"/>
          </a:xfrm>
        </p:spPr>
        <p:txBody>
          <a:bodyPr>
            <a:spAutoFit/>
          </a:bodyPr>
          <a:lstStyle>
            <a:lvl1pPr>
              <a:defRPr/>
            </a:lvl1pPr>
            <a:lvl5pPr>
              <a:defRPr/>
            </a:lvl5pPr>
          </a:lstStyle>
          <a:p>
            <a:pPr lvl="0"/>
            <a:r>
              <a:rPr lang="en-US"/>
              <a:t>Heading</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784907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Content with Picture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095" y="1011935"/>
            <a:ext cx="4714869" cy="1112153"/>
          </a:xfrm>
        </p:spPr>
        <p:txBody>
          <a:bodyPr anchor="b"/>
          <a:lstStyle>
            <a:lvl1pPr>
              <a:defRPr sz="6000" cap="all" baseline="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53237" y="0"/>
            <a:ext cx="2836870" cy="630936"/>
          </a:xfrm>
        </p:spPr>
        <p:txBody>
          <a:bodyPr/>
          <a:lstStyle>
            <a:lvl1pPr>
              <a:defRPr>
                <a:solidFill>
                  <a:schemeClr val="tx1"/>
                </a:solidFill>
              </a:defRPr>
            </a:lvl1pPr>
          </a:lstStyle>
          <a:p>
            <a:r>
              <a:rPr lang="en-US" dirty="0"/>
              <a:t>SHAPING THE FUTURE OF OUR INDUSTRY</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87910" y="0"/>
            <a:ext cx="927080" cy="630936"/>
          </a:xfrm>
        </p:spPr>
        <p:txBody>
          <a:bodyPr/>
          <a:lstStyle>
            <a:lvl1pPr>
              <a:defRPr>
                <a:solidFill>
                  <a:schemeClr val="tx1"/>
                </a:solidFill>
                <a:effectLst/>
              </a:defRPr>
            </a:lvl1pPr>
          </a:lstStyle>
          <a:p>
            <a:fld id="{FA9F1854-4AF0-ED49-AE83-182A816927B5}" type="datetime1">
              <a:rPr lang="en-US" smtClean="0"/>
              <a:pPr/>
              <a:t>5/7/2026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9" y="630936"/>
            <a:ext cx="5652469" cy="5592063"/>
          </a:xfrm>
          <a:blipFill dpi="0" rotWithShape="1">
            <a:blip r:embed="rId2">
              <a:alphaModFix amt="60000"/>
            </a:blip>
            <a:srcRect/>
            <a:stretch>
              <a:fillRect/>
            </a:stretch>
          </a:blipFill>
        </p:spPr>
        <p:txBody>
          <a:bodyPr/>
          <a:lstStyle>
            <a:lvl1pPr>
              <a:defRPr>
                <a:solidFill>
                  <a:schemeClr val="tx1"/>
                </a:solidFill>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61021" y="2496190"/>
            <a:ext cx="4696943" cy="372680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40827355"/>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ext Agenda 2">
    <p:bg>
      <p:bgPr>
        <a:solidFill>
          <a:schemeClr val="bg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27190B2A-4A03-4442-BCB9-881FECD2D9D6}"/>
              </a:ext>
            </a:extLst>
          </p:cNvPr>
          <p:cNvCxnSpPr>
            <a:cxnSpLocks/>
          </p:cNvCxnSpPr>
          <p:nvPr/>
        </p:nvCxnSpPr>
        <p:spPr>
          <a:xfrm flipH="1">
            <a:off x="2556934" y="1812877"/>
            <a:ext cx="9122305"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603E8E9-3E6F-4875-89EC-2887A614A793}"/>
              </a:ext>
            </a:extLst>
          </p:cNvPr>
          <p:cNvSpPr>
            <a:spLocks noGrp="1"/>
          </p:cNvSpPr>
          <p:nvPr>
            <p:ph type="title" hasCustomPrompt="1"/>
          </p:nvPr>
        </p:nvSpPr>
        <p:spPr>
          <a:xfrm>
            <a:off x="511177" y="1616080"/>
            <a:ext cx="1946273" cy="1158870"/>
          </a:xfrm>
        </p:spPr>
        <p:txBody>
          <a:bodyPr/>
          <a:lstStyle>
            <a:lvl1pPr>
              <a:defRPr/>
            </a:lvl1pPr>
          </a:lstStyle>
          <a:p>
            <a:r>
              <a:rPr lang="en-GB"/>
              <a:t>Agenda</a:t>
            </a:r>
            <a:endParaRPr lang="en-GB" dirty="0"/>
          </a:p>
        </p:txBody>
      </p:sp>
      <p:sp>
        <p:nvSpPr>
          <p:cNvPr id="75" name="Agenda Placeholder">
            <a:extLst>
              <a:ext uri="{FF2B5EF4-FFF2-40B4-BE49-F238E27FC236}">
                <a16:creationId xmlns:a16="http://schemas.microsoft.com/office/drawing/2014/main" id="{D00E8ABA-C8B2-4972-8417-C82FB15B6BD6}"/>
              </a:ext>
            </a:extLst>
          </p:cNvPr>
          <p:cNvSpPr>
            <a:spLocks noGrp="1"/>
          </p:cNvSpPr>
          <p:nvPr>
            <p:ph type="body" sz="quarter" idx="10" hasCustomPrompt="1"/>
          </p:nvPr>
        </p:nvSpPr>
        <p:spPr>
          <a:xfrm>
            <a:off x="2556934" y="4081444"/>
            <a:ext cx="8609543" cy="2390795"/>
          </a:xfrm>
        </p:spPr>
        <p:txBody>
          <a:bodyPr rIns="512064" numCol="2" spcCol="1737360"/>
          <a:lstStyle>
            <a:lvl1pPr marL="342900" indent="-342900">
              <a:lnSpc>
                <a:spcPct val="100000"/>
              </a:lnSpc>
              <a:spcBef>
                <a:spcPts val="0"/>
              </a:spcBef>
              <a:spcAft>
                <a:spcPts val="600"/>
              </a:spcAft>
              <a:buFont typeface="+mj-lt"/>
              <a:buAutoNum type="arabicPlain"/>
              <a:tabLst/>
              <a:defRPr sz="1600">
                <a:solidFill>
                  <a:schemeClr val="tx1"/>
                </a:solidFill>
                <a:latin typeface="+mn-lt"/>
              </a:defRPr>
            </a:lvl1pPr>
            <a:lvl2pPr marL="514350" indent="-171450">
              <a:buFont typeface="Calibre" panose="020B0503030202060203" pitchFamily="34" charset="0"/>
              <a:buChar char="–"/>
              <a:defRPr sz="1200">
                <a:solidFill>
                  <a:schemeClr val="tx1"/>
                </a:solidFill>
                <a:latin typeface="+mn-lt"/>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Agenda item</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4163954878"/>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Exec Summ 4 Column">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788" cap="all" baseline="0">
                <a:latin typeface="Calibre Medium" panose="020B0603030202060203" pitchFamily="34" charset="0"/>
              </a:defRPr>
            </a:lvl2pPr>
            <a:lvl3pPr>
              <a:defRPr sz="788" cap="all" baseline="0">
                <a:latin typeface="Calibre Medium" panose="020B0603030202060203" pitchFamily="34" charset="0"/>
              </a:defRPr>
            </a:lvl3pPr>
            <a:lvl4pPr>
              <a:defRPr sz="788" cap="all" baseline="0">
                <a:latin typeface="Calibre Medium" panose="020B0603030202060203" pitchFamily="34" charset="0"/>
              </a:defRPr>
            </a:lvl4pPr>
            <a:lvl5pPr>
              <a:defRPr sz="788" cap="all" baseline="0">
                <a:latin typeface="Calibre Medium" panose="020B0603030202060203" pitchFamily="34" charset="0"/>
              </a:defRPr>
            </a:lvl5pPr>
          </a:lstStyle>
          <a:p>
            <a:pPr lvl="0"/>
            <a:r>
              <a:rPr lang="en-GB"/>
              <a:t>Navigation Header</a:t>
            </a:r>
            <a:endParaRPr lang="en-GB" dirty="0"/>
          </a:p>
        </p:txBody>
      </p:sp>
      <p:grpSp>
        <p:nvGrpSpPr>
          <p:cNvPr id="2" name="Column Rules">
            <a:extLst>
              <a:ext uri="{FF2B5EF4-FFF2-40B4-BE49-F238E27FC236}">
                <a16:creationId xmlns:a16="http://schemas.microsoft.com/office/drawing/2014/main" id="{1FD093C6-9BFF-4EC4-BD31-C16B04A7358D}"/>
              </a:ext>
            </a:extLst>
          </p:cNvPr>
          <p:cNvGrpSpPr/>
          <p:nvPr userDrawn="1"/>
        </p:nvGrpSpPr>
        <p:grpSpPr>
          <a:xfrm>
            <a:off x="505977" y="2225674"/>
            <a:ext cx="8540896" cy="1261872"/>
            <a:chOff x="505977" y="2225674"/>
            <a:chExt cx="8540896" cy="1431925"/>
          </a:xfrm>
        </p:grpSpPr>
        <p:cxnSp>
          <p:nvCxnSpPr>
            <p:cNvPr id="22" name="Column Rule 4">
              <a:extLst>
                <a:ext uri="{FF2B5EF4-FFF2-40B4-BE49-F238E27FC236}">
                  <a16:creationId xmlns:a16="http://schemas.microsoft.com/office/drawing/2014/main" id="{39F456A1-F89D-4E8D-9939-5DDC80972902}"/>
                </a:ext>
              </a:extLst>
            </p:cNvPr>
            <p:cNvCxnSpPr>
              <a:cxnSpLocks/>
            </p:cNvCxnSpPr>
            <p:nvPr userDrawn="1"/>
          </p:nvCxnSpPr>
          <p:spPr>
            <a:xfrm>
              <a:off x="9046873"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23" name="Column Rule 3">
              <a:extLst>
                <a:ext uri="{FF2B5EF4-FFF2-40B4-BE49-F238E27FC236}">
                  <a16:creationId xmlns:a16="http://schemas.microsoft.com/office/drawing/2014/main" id="{C4B15205-E96B-489D-84B5-39F086178357}"/>
                </a:ext>
              </a:extLst>
            </p:cNvPr>
            <p:cNvCxnSpPr>
              <a:cxnSpLocks/>
            </p:cNvCxnSpPr>
            <p:nvPr userDrawn="1"/>
          </p:nvCxnSpPr>
          <p:spPr>
            <a:xfrm>
              <a:off x="6199907"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6" name="Column Rule 2">
              <a:extLst>
                <a:ext uri="{FF2B5EF4-FFF2-40B4-BE49-F238E27FC236}">
                  <a16:creationId xmlns:a16="http://schemas.microsoft.com/office/drawing/2014/main" id="{74B34D04-2DB5-4ECD-B5DF-25A38C332E27}"/>
                </a:ext>
              </a:extLst>
            </p:cNvPr>
            <p:cNvCxnSpPr>
              <a:cxnSpLocks/>
            </p:cNvCxnSpPr>
            <p:nvPr userDrawn="1"/>
          </p:nvCxnSpPr>
          <p:spPr>
            <a:xfrm>
              <a:off x="3352942"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21" name="Column Rule 1">
              <a:extLst>
                <a:ext uri="{FF2B5EF4-FFF2-40B4-BE49-F238E27FC236}">
                  <a16:creationId xmlns:a16="http://schemas.microsoft.com/office/drawing/2014/main" id="{FE3C7069-4632-4876-8DC1-2CA1440016D8}"/>
                </a:ext>
              </a:extLst>
            </p:cNvPr>
            <p:cNvCxnSpPr>
              <a:cxnSpLocks/>
            </p:cNvCxnSpPr>
            <p:nvPr userDrawn="1"/>
          </p:nvCxnSpPr>
          <p:spPr>
            <a:xfrm>
              <a:off x="505977"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grpSp>
      <p:sp>
        <p:nvSpPr>
          <p:cNvPr id="20" name="Content Placeholder 4">
            <a:extLst>
              <a:ext uri="{FF2B5EF4-FFF2-40B4-BE49-F238E27FC236}">
                <a16:creationId xmlns:a16="http://schemas.microsoft.com/office/drawing/2014/main" id="{E8AF4775-5960-4028-BD81-98CE17CB9110}"/>
              </a:ext>
            </a:extLst>
          </p:cNvPr>
          <p:cNvSpPr>
            <a:spLocks noGrp="1"/>
          </p:cNvSpPr>
          <p:nvPr userDrawn="1">
            <p:ph sz="quarter" idx="23"/>
          </p:nvPr>
        </p:nvSpPr>
        <p:spPr>
          <a:xfrm>
            <a:off x="9211631" y="3332098"/>
            <a:ext cx="2459736" cy="2551176"/>
          </a:xfrm>
        </p:spPr>
        <p:txBody>
          <a:bodyPr/>
          <a:lstStyle>
            <a:lvl1pPr>
              <a:spcAft>
                <a:spcPts val="0"/>
              </a:spcAft>
              <a:defRPr>
                <a:latin typeface="Calibre Light" panose="020B0303030202060203" pitchFamily="34" charset="0"/>
              </a:defRPr>
            </a:lvl1pPr>
            <a:lvl2pPr>
              <a:defRPr sz="15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Heading Placeholder 4">
            <a:extLst>
              <a:ext uri="{FF2B5EF4-FFF2-40B4-BE49-F238E27FC236}">
                <a16:creationId xmlns:a16="http://schemas.microsoft.com/office/drawing/2014/main" id="{8747FC40-DD0F-400B-B030-B52E1E681067}"/>
              </a:ext>
            </a:extLst>
          </p:cNvPr>
          <p:cNvSpPr>
            <a:spLocks noGrp="1"/>
          </p:cNvSpPr>
          <p:nvPr userDrawn="1">
            <p:ph type="body" sz="quarter" idx="21" hasCustomPrompt="1"/>
          </p:nvPr>
        </p:nvSpPr>
        <p:spPr>
          <a:xfrm>
            <a:off x="9211631" y="2226691"/>
            <a:ext cx="2459736" cy="914400"/>
          </a:xfrm>
        </p:spPr>
        <p:txBody>
          <a:bodyPr/>
          <a:lstStyle>
            <a:lvl1pPr>
              <a:lnSpc>
                <a:spcPct val="82000"/>
              </a:lnSpc>
              <a:spcBef>
                <a:spcPts val="0"/>
              </a:spcBef>
              <a:spcAft>
                <a:spcPts val="0"/>
              </a:spcAft>
              <a:defRPr lang="en-US" sz="2800" b="0" dirty="0" smtClean="0">
                <a:solidFill>
                  <a:srgbClr val="003F2D"/>
                </a:solidFill>
                <a:latin typeface="+mj-lt"/>
                <a:ea typeface="+mn-ea"/>
                <a:cs typeface="+mn-cs"/>
              </a:defRPr>
            </a:lvl1pPr>
            <a:lvl2pPr>
              <a:spcBef>
                <a:spcPts val="225"/>
              </a:spcBef>
              <a:spcAft>
                <a:spcPts val="225"/>
              </a:spcAft>
              <a:defRPr lang="en-US" sz="900" dirty="0" smtClean="0">
                <a:solidFill>
                  <a:schemeClr val="tx1"/>
                </a:solidFill>
                <a:latin typeface="+mn-lt"/>
                <a:ea typeface="+mn-ea"/>
                <a:cs typeface="+mn-cs"/>
              </a:defRPr>
            </a:lvl2pPr>
            <a:lvl3pPr marL="128588" indent="-128588">
              <a:buFont typeface="Calibre" panose="020B0503030202060203" pitchFamily="34" charset="0"/>
              <a:buChar char="–"/>
              <a:defRPr lang="en-US" sz="900" dirty="0" smtClean="0">
                <a:solidFill>
                  <a:schemeClr val="tx1"/>
                </a:solidFill>
                <a:latin typeface="+mn-lt"/>
                <a:ea typeface="+mn-ea"/>
                <a:cs typeface="+mn-cs"/>
              </a:defRPr>
            </a:lvl3pPr>
            <a:lvl4pPr marL="267462">
              <a:defRPr lang="en-US" sz="900" b="0" dirty="0" smtClean="0">
                <a:solidFill>
                  <a:schemeClr val="tx1"/>
                </a:solidFill>
                <a:latin typeface="+mn-lt"/>
                <a:ea typeface="+mn-ea"/>
                <a:cs typeface="+mn-cs"/>
              </a:defRPr>
            </a:lvl4pPr>
            <a:lvl5pPr marL="0" indent="0">
              <a:spcBef>
                <a:spcPts val="450"/>
              </a:spcBef>
              <a:spcAft>
                <a:spcPts val="0"/>
              </a:spcAft>
              <a:buFontTx/>
              <a:buNone/>
              <a:defRPr lang="en-US" sz="900" dirty="0" smtClean="0">
                <a:solidFill>
                  <a:schemeClr val="tx1"/>
                </a:solidFill>
                <a:latin typeface="Calibre Semibold" panose="020B0703030202060203" pitchFamily="34" charset="0"/>
                <a:ea typeface="+mn-ea"/>
                <a:cs typeface="+mn-cs"/>
              </a:defRPr>
            </a:lvl5pPr>
            <a:lvl6pPr>
              <a:defRPr lang="en-US" sz="788" dirty="0" smtClean="0">
                <a:solidFill>
                  <a:schemeClr val="tx1"/>
                </a:solidFill>
                <a:latin typeface="Calibre Semibold" panose="020B0703030202060203" pitchFamily="34" charset="0"/>
                <a:ea typeface="+mn-ea"/>
                <a:cs typeface="+mn-cs"/>
              </a:defRPr>
            </a:lvl6pPr>
            <a:lvl7pPr>
              <a:spcBef>
                <a:spcPts val="225"/>
              </a:spcBef>
              <a:spcAft>
                <a:spcPts val="225"/>
              </a:spcAft>
              <a:defRPr lang="en-US" sz="788" dirty="0" smtClean="0">
                <a:solidFill>
                  <a:schemeClr val="tx1"/>
                </a:solidFill>
                <a:latin typeface="+mn-lt"/>
                <a:ea typeface="+mn-ea"/>
                <a:cs typeface="+mn-cs"/>
              </a:defRPr>
            </a:lvl7pPr>
            <a:lvl8pPr marL="128588" indent="-128588">
              <a:spcBef>
                <a:spcPts val="150"/>
              </a:spcBef>
              <a:spcAft>
                <a:spcPts val="0"/>
              </a:spcAft>
              <a:buFont typeface="Calibre" panose="020B0503030202060203" pitchFamily="34" charset="0"/>
              <a:buChar char="–"/>
              <a:defRPr lang="en-US" sz="788" dirty="0" smtClean="0">
                <a:solidFill>
                  <a:schemeClr val="tx1"/>
                </a:solidFill>
                <a:latin typeface="+mn-lt"/>
                <a:ea typeface="+mn-ea"/>
                <a:cs typeface="+mn-cs"/>
              </a:defRPr>
            </a:lvl8pPr>
            <a:lvl9pPr>
              <a:spcBef>
                <a:spcPts val="150"/>
              </a:spcBef>
              <a:defRPr/>
            </a:lvl9pPr>
          </a:lstStyle>
          <a:p>
            <a:pPr lvl="0"/>
            <a:r>
              <a:rPr lang="en-GB"/>
              <a:t>Column Header</a:t>
            </a:r>
            <a:endParaRPr lang="en-GB" dirty="0"/>
          </a:p>
        </p:txBody>
      </p:sp>
      <p:sp>
        <p:nvSpPr>
          <p:cNvPr id="10" name="Content Placeholder 3">
            <a:extLst>
              <a:ext uri="{FF2B5EF4-FFF2-40B4-BE49-F238E27FC236}">
                <a16:creationId xmlns:a16="http://schemas.microsoft.com/office/drawing/2014/main" id="{96F8CE7E-C8FD-42CD-9FE2-33854B67611D}"/>
              </a:ext>
            </a:extLst>
          </p:cNvPr>
          <p:cNvSpPr>
            <a:spLocks noGrp="1"/>
          </p:cNvSpPr>
          <p:nvPr userDrawn="1">
            <p:ph sz="quarter" idx="16"/>
          </p:nvPr>
        </p:nvSpPr>
        <p:spPr>
          <a:xfrm>
            <a:off x="6363679" y="3332098"/>
            <a:ext cx="2459736" cy="2551176"/>
          </a:xfrm>
        </p:spPr>
        <p:txBody>
          <a:bodyPr/>
          <a:lstStyle>
            <a:lvl1pPr>
              <a:spcAft>
                <a:spcPts val="0"/>
              </a:spcAft>
              <a:defRPr>
                <a:latin typeface="Calibre Light" panose="020B0303030202060203" pitchFamily="34" charset="0"/>
              </a:defRPr>
            </a:lvl1pPr>
            <a:lvl2pPr>
              <a:defRPr sz="15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Heading Placeholder 3">
            <a:extLst>
              <a:ext uri="{FF2B5EF4-FFF2-40B4-BE49-F238E27FC236}">
                <a16:creationId xmlns:a16="http://schemas.microsoft.com/office/drawing/2014/main" id="{8D649D2F-7D7D-4802-A705-A08201E6D24D}"/>
              </a:ext>
            </a:extLst>
          </p:cNvPr>
          <p:cNvSpPr>
            <a:spLocks noGrp="1"/>
          </p:cNvSpPr>
          <p:nvPr userDrawn="1">
            <p:ph type="body" sz="quarter" idx="17" hasCustomPrompt="1"/>
          </p:nvPr>
        </p:nvSpPr>
        <p:spPr>
          <a:xfrm>
            <a:off x="6363679" y="2225675"/>
            <a:ext cx="2459736" cy="914400"/>
          </a:xfrm>
        </p:spPr>
        <p:txBody>
          <a:bodyPr/>
          <a:lstStyle>
            <a:lvl1pPr>
              <a:lnSpc>
                <a:spcPct val="82000"/>
              </a:lnSpc>
              <a:spcBef>
                <a:spcPts val="0"/>
              </a:spcBef>
              <a:spcAft>
                <a:spcPts val="0"/>
              </a:spcAft>
              <a:defRPr lang="en-US" sz="2800" b="0" dirty="0" smtClean="0">
                <a:solidFill>
                  <a:srgbClr val="003F2D"/>
                </a:solidFill>
                <a:latin typeface="+mj-lt"/>
                <a:ea typeface="+mn-ea"/>
                <a:cs typeface="+mn-cs"/>
              </a:defRPr>
            </a:lvl1pPr>
            <a:lvl2pPr>
              <a:spcBef>
                <a:spcPts val="225"/>
              </a:spcBef>
              <a:spcAft>
                <a:spcPts val="225"/>
              </a:spcAft>
              <a:defRPr lang="en-US" sz="900" dirty="0" smtClean="0">
                <a:solidFill>
                  <a:schemeClr val="tx1"/>
                </a:solidFill>
                <a:latin typeface="+mn-lt"/>
                <a:ea typeface="+mn-ea"/>
                <a:cs typeface="+mn-cs"/>
              </a:defRPr>
            </a:lvl2pPr>
            <a:lvl3pPr marL="128588" indent="-128588">
              <a:buFont typeface="Calibre" panose="020B0503030202060203" pitchFamily="34" charset="0"/>
              <a:buChar char="–"/>
              <a:defRPr lang="en-US" sz="900" dirty="0" smtClean="0">
                <a:solidFill>
                  <a:schemeClr val="tx1"/>
                </a:solidFill>
                <a:latin typeface="+mn-lt"/>
                <a:ea typeface="+mn-ea"/>
                <a:cs typeface="+mn-cs"/>
              </a:defRPr>
            </a:lvl3pPr>
            <a:lvl4pPr marL="267462">
              <a:defRPr lang="en-US" sz="900" b="0" dirty="0" smtClean="0">
                <a:solidFill>
                  <a:schemeClr val="tx1"/>
                </a:solidFill>
                <a:latin typeface="+mn-lt"/>
                <a:ea typeface="+mn-ea"/>
                <a:cs typeface="+mn-cs"/>
              </a:defRPr>
            </a:lvl4pPr>
            <a:lvl5pPr marL="0" indent="0">
              <a:spcBef>
                <a:spcPts val="450"/>
              </a:spcBef>
              <a:spcAft>
                <a:spcPts val="0"/>
              </a:spcAft>
              <a:buFontTx/>
              <a:buNone/>
              <a:defRPr lang="en-US" sz="900" dirty="0" smtClean="0">
                <a:solidFill>
                  <a:schemeClr val="tx1"/>
                </a:solidFill>
                <a:latin typeface="Calibre Semibold" panose="020B0703030202060203" pitchFamily="34" charset="0"/>
                <a:ea typeface="+mn-ea"/>
                <a:cs typeface="+mn-cs"/>
              </a:defRPr>
            </a:lvl5pPr>
            <a:lvl6pPr>
              <a:defRPr lang="en-US" sz="788" dirty="0" smtClean="0">
                <a:solidFill>
                  <a:schemeClr val="tx1"/>
                </a:solidFill>
                <a:latin typeface="Calibre Semibold" panose="020B0703030202060203" pitchFamily="34" charset="0"/>
                <a:ea typeface="+mn-ea"/>
                <a:cs typeface="+mn-cs"/>
              </a:defRPr>
            </a:lvl6pPr>
            <a:lvl7pPr>
              <a:spcBef>
                <a:spcPts val="225"/>
              </a:spcBef>
              <a:spcAft>
                <a:spcPts val="225"/>
              </a:spcAft>
              <a:defRPr lang="en-US" sz="788" dirty="0" smtClean="0">
                <a:solidFill>
                  <a:schemeClr val="tx1"/>
                </a:solidFill>
                <a:latin typeface="+mn-lt"/>
                <a:ea typeface="+mn-ea"/>
                <a:cs typeface="+mn-cs"/>
              </a:defRPr>
            </a:lvl7pPr>
            <a:lvl8pPr marL="128588" indent="-128588">
              <a:spcBef>
                <a:spcPts val="150"/>
              </a:spcBef>
              <a:spcAft>
                <a:spcPts val="0"/>
              </a:spcAft>
              <a:buFont typeface="Calibre" panose="020B0503030202060203" pitchFamily="34" charset="0"/>
              <a:buChar char="–"/>
              <a:defRPr lang="en-US" sz="788" dirty="0" smtClean="0">
                <a:solidFill>
                  <a:schemeClr val="tx1"/>
                </a:solidFill>
                <a:latin typeface="+mn-lt"/>
                <a:ea typeface="+mn-ea"/>
                <a:cs typeface="+mn-cs"/>
              </a:defRPr>
            </a:lvl8pPr>
            <a:lvl9pPr>
              <a:spcBef>
                <a:spcPts val="150"/>
              </a:spcBef>
              <a:defRPr/>
            </a:lvl9pPr>
          </a:lstStyle>
          <a:p>
            <a:pPr lvl="0"/>
            <a:r>
              <a:rPr lang="en-GB"/>
              <a:t>Column Header</a:t>
            </a:r>
            <a:endParaRPr lang="en-GB" dirty="0"/>
          </a:p>
        </p:txBody>
      </p:sp>
      <p:sp>
        <p:nvSpPr>
          <p:cNvPr id="9" name="Content Placeholder 2">
            <a:extLst>
              <a:ext uri="{FF2B5EF4-FFF2-40B4-BE49-F238E27FC236}">
                <a16:creationId xmlns:a16="http://schemas.microsoft.com/office/drawing/2014/main" id="{42EA3364-699E-4FFA-BD42-6EF5EA1F1F61}"/>
              </a:ext>
            </a:extLst>
          </p:cNvPr>
          <p:cNvSpPr>
            <a:spLocks noGrp="1"/>
          </p:cNvSpPr>
          <p:nvPr userDrawn="1">
            <p:ph sz="quarter" idx="14"/>
          </p:nvPr>
        </p:nvSpPr>
        <p:spPr>
          <a:xfrm>
            <a:off x="3515729" y="3332098"/>
            <a:ext cx="2459736" cy="2551176"/>
          </a:xfrm>
        </p:spPr>
        <p:txBody>
          <a:bodyPr/>
          <a:lstStyle>
            <a:lvl1pPr>
              <a:spcAft>
                <a:spcPts val="0"/>
              </a:spcAft>
              <a:defRPr>
                <a:latin typeface="Calibre Light" panose="020B0303030202060203" pitchFamily="34" charset="0"/>
              </a:defRPr>
            </a:lvl1pPr>
            <a:lvl2pPr>
              <a:defRPr sz="15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Heading Placeholder 2">
            <a:extLst>
              <a:ext uri="{FF2B5EF4-FFF2-40B4-BE49-F238E27FC236}">
                <a16:creationId xmlns:a16="http://schemas.microsoft.com/office/drawing/2014/main" id="{6FE6ECDB-AF0B-4645-9EF8-7E58A711A6A0}"/>
              </a:ext>
            </a:extLst>
          </p:cNvPr>
          <p:cNvSpPr>
            <a:spLocks noGrp="1"/>
          </p:cNvSpPr>
          <p:nvPr userDrawn="1">
            <p:ph type="body" sz="quarter" idx="15" hasCustomPrompt="1"/>
          </p:nvPr>
        </p:nvSpPr>
        <p:spPr>
          <a:xfrm>
            <a:off x="3515729" y="2225675"/>
            <a:ext cx="2459736" cy="914400"/>
          </a:xfrm>
        </p:spPr>
        <p:txBody>
          <a:bodyPr/>
          <a:lstStyle>
            <a:lvl1pPr>
              <a:lnSpc>
                <a:spcPct val="82000"/>
              </a:lnSpc>
              <a:spcBef>
                <a:spcPts val="0"/>
              </a:spcBef>
              <a:spcAft>
                <a:spcPts val="0"/>
              </a:spcAft>
              <a:defRPr lang="en-US" sz="2800" b="0" dirty="0" smtClean="0">
                <a:solidFill>
                  <a:srgbClr val="003F2D"/>
                </a:solidFill>
                <a:latin typeface="+mj-lt"/>
                <a:ea typeface="+mn-ea"/>
                <a:cs typeface="+mn-cs"/>
              </a:defRPr>
            </a:lvl1pPr>
            <a:lvl2pPr>
              <a:spcBef>
                <a:spcPts val="225"/>
              </a:spcBef>
              <a:spcAft>
                <a:spcPts val="225"/>
              </a:spcAft>
              <a:defRPr lang="en-US" sz="900" dirty="0" smtClean="0">
                <a:solidFill>
                  <a:schemeClr val="tx1"/>
                </a:solidFill>
                <a:latin typeface="+mn-lt"/>
                <a:ea typeface="+mn-ea"/>
                <a:cs typeface="+mn-cs"/>
              </a:defRPr>
            </a:lvl2pPr>
            <a:lvl3pPr marL="128588" indent="-128588">
              <a:buFont typeface="Calibre" panose="020B0503030202060203" pitchFamily="34" charset="0"/>
              <a:buChar char="–"/>
              <a:defRPr lang="en-US" sz="900" dirty="0" smtClean="0">
                <a:solidFill>
                  <a:schemeClr val="tx1"/>
                </a:solidFill>
                <a:latin typeface="+mn-lt"/>
                <a:ea typeface="+mn-ea"/>
                <a:cs typeface="+mn-cs"/>
              </a:defRPr>
            </a:lvl3pPr>
            <a:lvl4pPr marL="267462">
              <a:defRPr lang="en-US" sz="900" b="0" dirty="0" smtClean="0">
                <a:solidFill>
                  <a:schemeClr val="tx1"/>
                </a:solidFill>
                <a:latin typeface="+mn-lt"/>
                <a:ea typeface="+mn-ea"/>
                <a:cs typeface="+mn-cs"/>
              </a:defRPr>
            </a:lvl4pPr>
            <a:lvl5pPr marL="0" indent="0">
              <a:spcBef>
                <a:spcPts val="450"/>
              </a:spcBef>
              <a:spcAft>
                <a:spcPts val="0"/>
              </a:spcAft>
              <a:buFontTx/>
              <a:buNone/>
              <a:defRPr lang="en-US" sz="900" dirty="0" smtClean="0">
                <a:solidFill>
                  <a:schemeClr val="tx1"/>
                </a:solidFill>
                <a:latin typeface="Calibre Semibold" panose="020B0703030202060203" pitchFamily="34" charset="0"/>
                <a:ea typeface="+mn-ea"/>
                <a:cs typeface="+mn-cs"/>
              </a:defRPr>
            </a:lvl5pPr>
            <a:lvl6pPr>
              <a:defRPr lang="en-US" sz="788" dirty="0" smtClean="0">
                <a:solidFill>
                  <a:schemeClr val="tx1"/>
                </a:solidFill>
                <a:latin typeface="Calibre Semibold" panose="020B0703030202060203" pitchFamily="34" charset="0"/>
                <a:ea typeface="+mn-ea"/>
                <a:cs typeface="+mn-cs"/>
              </a:defRPr>
            </a:lvl6pPr>
            <a:lvl7pPr>
              <a:spcBef>
                <a:spcPts val="225"/>
              </a:spcBef>
              <a:spcAft>
                <a:spcPts val="225"/>
              </a:spcAft>
              <a:defRPr lang="en-US" sz="788" dirty="0" smtClean="0">
                <a:solidFill>
                  <a:schemeClr val="tx1"/>
                </a:solidFill>
                <a:latin typeface="+mn-lt"/>
                <a:ea typeface="+mn-ea"/>
                <a:cs typeface="+mn-cs"/>
              </a:defRPr>
            </a:lvl7pPr>
            <a:lvl8pPr marL="128588" indent="-128588">
              <a:spcBef>
                <a:spcPts val="150"/>
              </a:spcBef>
              <a:spcAft>
                <a:spcPts val="0"/>
              </a:spcAft>
              <a:buFont typeface="Calibre" panose="020B0503030202060203" pitchFamily="34" charset="0"/>
              <a:buChar char="–"/>
              <a:defRPr lang="en-US" sz="788" dirty="0" smtClean="0">
                <a:solidFill>
                  <a:schemeClr val="tx1"/>
                </a:solidFill>
                <a:latin typeface="+mn-lt"/>
                <a:ea typeface="+mn-ea"/>
                <a:cs typeface="+mn-cs"/>
              </a:defRPr>
            </a:lvl8pPr>
            <a:lvl9pPr>
              <a:spcBef>
                <a:spcPts val="150"/>
              </a:spcBef>
              <a:defRPr/>
            </a:lvl9pPr>
          </a:lstStyle>
          <a:p>
            <a:pPr lvl="0"/>
            <a:r>
              <a:rPr lang="en-GB"/>
              <a:t>Column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userDrawn="1">
            <p:ph sz="quarter" idx="12"/>
          </p:nvPr>
        </p:nvSpPr>
        <p:spPr>
          <a:xfrm>
            <a:off x="667779" y="3332098"/>
            <a:ext cx="2459736" cy="2551176"/>
          </a:xfrm>
        </p:spPr>
        <p:txBody>
          <a:bodyPr/>
          <a:lstStyle>
            <a:lvl1pPr>
              <a:spcAft>
                <a:spcPts val="0"/>
              </a:spcAft>
              <a:defRPr>
                <a:latin typeface="Calibre Light" panose="020B0303030202060203" pitchFamily="34" charset="0"/>
              </a:defRPr>
            </a:lvl1pPr>
            <a:lvl2pPr>
              <a:defRPr sz="15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Heading Placeholder 1">
            <a:extLst>
              <a:ext uri="{FF2B5EF4-FFF2-40B4-BE49-F238E27FC236}">
                <a16:creationId xmlns:a16="http://schemas.microsoft.com/office/drawing/2014/main" id="{478E80C0-0E36-48D9-AC93-9C6F4EC94042}"/>
              </a:ext>
            </a:extLst>
          </p:cNvPr>
          <p:cNvSpPr>
            <a:spLocks noGrp="1"/>
          </p:cNvSpPr>
          <p:nvPr userDrawn="1">
            <p:ph type="body" sz="quarter" idx="13" hasCustomPrompt="1"/>
          </p:nvPr>
        </p:nvSpPr>
        <p:spPr>
          <a:xfrm>
            <a:off x="667779" y="2225673"/>
            <a:ext cx="2459736" cy="914400"/>
          </a:xfrm>
        </p:spPr>
        <p:txBody>
          <a:bodyPr/>
          <a:lstStyle>
            <a:lvl1pPr>
              <a:lnSpc>
                <a:spcPct val="82000"/>
              </a:lnSpc>
              <a:spcBef>
                <a:spcPts val="0"/>
              </a:spcBef>
              <a:spcAft>
                <a:spcPts val="0"/>
              </a:spcAft>
              <a:defRPr lang="en-US" sz="2800" b="0" dirty="0" smtClean="0">
                <a:solidFill>
                  <a:srgbClr val="003F2D"/>
                </a:solidFill>
                <a:latin typeface="+mj-lt"/>
                <a:ea typeface="+mn-ea"/>
                <a:cs typeface="+mn-cs"/>
              </a:defRPr>
            </a:lvl1pPr>
            <a:lvl2pPr>
              <a:spcBef>
                <a:spcPts val="225"/>
              </a:spcBef>
              <a:spcAft>
                <a:spcPts val="225"/>
              </a:spcAft>
              <a:defRPr lang="en-US" sz="900" dirty="0" smtClean="0">
                <a:solidFill>
                  <a:schemeClr val="tx1"/>
                </a:solidFill>
                <a:latin typeface="+mn-lt"/>
                <a:ea typeface="+mn-ea"/>
                <a:cs typeface="+mn-cs"/>
              </a:defRPr>
            </a:lvl2pPr>
            <a:lvl3pPr marL="128588" indent="-128588">
              <a:buFont typeface="Calibre" panose="020B0503030202060203" pitchFamily="34" charset="0"/>
              <a:buChar char="–"/>
              <a:defRPr lang="en-US" sz="900" dirty="0" smtClean="0">
                <a:solidFill>
                  <a:schemeClr val="tx1"/>
                </a:solidFill>
                <a:latin typeface="+mn-lt"/>
                <a:ea typeface="+mn-ea"/>
                <a:cs typeface="+mn-cs"/>
              </a:defRPr>
            </a:lvl3pPr>
            <a:lvl4pPr marL="267462">
              <a:defRPr lang="en-US" sz="900" b="0" dirty="0" smtClean="0">
                <a:solidFill>
                  <a:schemeClr val="tx1"/>
                </a:solidFill>
                <a:latin typeface="+mn-lt"/>
                <a:ea typeface="+mn-ea"/>
                <a:cs typeface="+mn-cs"/>
              </a:defRPr>
            </a:lvl4pPr>
            <a:lvl5pPr marL="0" indent="0">
              <a:spcBef>
                <a:spcPts val="450"/>
              </a:spcBef>
              <a:spcAft>
                <a:spcPts val="0"/>
              </a:spcAft>
              <a:buFontTx/>
              <a:buNone/>
              <a:defRPr lang="en-US" sz="900" dirty="0" smtClean="0">
                <a:solidFill>
                  <a:schemeClr val="tx1"/>
                </a:solidFill>
                <a:latin typeface="Calibre Semibold" panose="020B0703030202060203" pitchFamily="34" charset="0"/>
                <a:ea typeface="+mn-ea"/>
                <a:cs typeface="+mn-cs"/>
              </a:defRPr>
            </a:lvl5pPr>
            <a:lvl6pPr>
              <a:defRPr lang="en-US" sz="788" dirty="0" smtClean="0">
                <a:solidFill>
                  <a:schemeClr val="tx1"/>
                </a:solidFill>
                <a:latin typeface="Calibre Semibold" panose="020B0703030202060203" pitchFamily="34" charset="0"/>
                <a:ea typeface="+mn-ea"/>
                <a:cs typeface="+mn-cs"/>
              </a:defRPr>
            </a:lvl6pPr>
            <a:lvl7pPr>
              <a:spcBef>
                <a:spcPts val="225"/>
              </a:spcBef>
              <a:spcAft>
                <a:spcPts val="225"/>
              </a:spcAft>
              <a:defRPr lang="en-US" sz="788" dirty="0" smtClean="0">
                <a:solidFill>
                  <a:schemeClr val="tx1"/>
                </a:solidFill>
                <a:latin typeface="+mn-lt"/>
                <a:ea typeface="+mn-ea"/>
                <a:cs typeface="+mn-cs"/>
              </a:defRPr>
            </a:lvl7pPr>
            <a:lvl8pPr marL="128588" indent="-128588">
              <a:spcBef>
                <a:spcPts val="150"/>
              </a:spcBef>
              <a:spcAft>
                <a:spcPts val="0"/>
              </a:spcAft>
              <a:buFont typeface="Calibre" panose="020B0503030202060203" pitchFamily="34" charset="0"/>
              <a:buChar char="–"/>
              <a:defRPr lang="en-US" sz="788" dirty="0" smtClean="0">
                <a:solidFill>
                  <a:schemeClr val="tx1"/>
                </a:solidFill>
                <a:latin typeface="+mn-lt"/>
                <a:ea typeface="+mn-ea"/>
                <a:cs typeface="+mn-cs"/>
              </a:defRPr>
            </a:lvl8pPr>
            <a:lvl9pPr>
              <a:spcBef>
                <a:spcPts val="150"/>
              </a:spcBef>
              <a:defRPr/>
            </a:lvl9pPr>
          </a:lstStyle>
          <a:p>
            <a:pPr lvl="0"/>
            <a:r>
              <a:rPr lang="en-GB"/>
              <a:t>Column Header</a:t>
            </a:r>
            <a:endParaRPr lang="en-GB" dirty="0"/>
          </a:p>
        </p:txBody>
      </p:sp>
      <p:sp>
        <p:nvSpPr>
          <p:cNvPr id="17" name="Rectangle 16">
            <a:extLst>
              <a:ext uri="{FF2B5EF4-FFF2-40B4-BE49-F238E27FC236}">
                <a16:creationId xmlns:a16="http://schemas.microsoft.com/office/drawing/2014/main" id="{48F2A704-B213-4A97-B805-2B1D7681D50E}"/>
              </a:ext>
            </a:extLst>
          </p:cNvPr>
          <p:cNvSpPr/>
          <p:nvPr userDrawn="1"/>
        </p:nvSpPr>
        <p:spPr>
          <a:xfrm>
            <a:off x="-1828800" y="2225675"/>
            <a:ext cx="1676400" cy="3030538"/>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68580" bIns="0" rtlCol="0" anchor="t" anchorCtr="0"/>
          <a:lstStyle/>
          <a:p>
            <a:pPr algn="l">
              <a:spcAft>
                <a:spcPts val="225"/>
              </a:spcAft>
            </a:pPr>
            <a:r>
              <a:rPr lang="en-GB" sz="900">
                <a:solidFill>
                  <a:schemeClr val="bg1"/>
                </a:solidFill>
              </a:rPr>
              <a:t>Make sure the</a:t>
            </a:r>
            <a:br>
              <a:rPr lang="en-GB" sz="900">
                <a:solidFill>
                  <a:schemeClr val="bg1"/>
                </a:solidFill>
              </a:rPr>
            </a:br>
            <a:r>
              <a:rPr lang="en-GB" sz="900">
                <a:solidFill>
                  <a:schemeClr val="bg1"/>
                </a:solidFill>
              </a:rPr>
              <a:t>column lines are:</a:t>
            </a:r>
          </a:p>
          <a:p>
            <a:pPr marL="128588" lvl="1" indent="-128588" algn="l">
              <a:spcAft>
                <a:spcPts val="225"/>
              </a:spcAft>
              <a:buFont typeface="+mj-lt"/>
              <a:buAutoNum type="arabicPeriod"/>
            </a:pPr>
            <a:r>
              <a:rPr lang="en-GB" sz="900">
                <a:solidFill>
                  <a:schemeClr val="bg1"/>
                </a:solidFill>
              </a:rPr>
              <a:t>All the same height</a:t>
            </a:r>
          </a:p>
          <a:p>
            <a:pPr marL="128588" lvl="1" indent="-128588" algn="l">
              <a:spcAft>
                <a:spcPts val="225"/>
              </a:spcAft>
              <a:buFont typeface="+mj-lt"/>
              <a:buAutoNum type="arabicPeriod"/>
            </a:pPr>
            <a:r>
              <a:rPr lang="en-GB" sz="900">
                <a:solidFill>
                  <a:schemeClr val="bg1"/>
                </a:solidFill>
              </a:rPr>
              <a:t>As tall as the tallest column of text</a:t>
            </a:r>
          </a:p>
          <a:p>
            <a:pPr marL="128588" lvl="1" indent="-128588" algn="l">
              <a:spcAft>
                <a:spcPts val="225"/>
              </a:spcAft>
              <a:buFont typeface="+mj-lt"/>
              <a:buAutoNum type="arabicPeriod"/>
            </a:pPr>
            <a:r>
              <a:rPr lang="en-GB" sz="900">
                <a:solidFill>
                  <a:schemeClr val="bg1"/>
                </a:solidFill>
              </a:rPr>
              <a:t>Remain equidistant by not ungrouping</a:t>
            </a:r>
          </a:p>
          <a:p>
            <a:pPr algn="l">
              <a:spcAft>
                <a:spcPts val="225"/>
              </a:spcAft>
            </a:pPr>
            <a:r>
              <a:rPr lang="en-GB" sz="900">
                <a:solidFill>
                  <a:schemeClr val="bg1"/>
                </a:solidFill>
              </a:rPr>
              <a:t>If the column lines get deleted by accident, COPY and paste a set  from the slide layout’s master:</a:t>
            </a:r>
            <a:br>
              <a:rPr lang="en-GB" sz="900">
                <a:solidFill>
                  <a:schemeClr val="bg1"/>
                </a:solidFill>
              </a:rPr>
            </a:br>
            <a:r>
              <a:rPr lang="en-GB" sz="900" i="1">
                <a:solidFill>
                  <a:schemeClr val="bg1"/>
                </a:solidFill>
              </a:rPr>
              <a:t>View &gt; Slide Master</a:t>
            </a:r>
          </a:p>
          <a:p>
            <a:pPr algn="l">
              <a:spcAft>
                <a:spcPts val="225"/>
              </a:spcAft>
            </a:pPr>
            <a:endParaRPr lang="en-GB" sz="1350" dirty="0">
              <a:solidFill>
                <a:schemeClr val="bg1"/>
              </a:solidFill>
            </a:endParaRPr>
          </a:p>
        </p:txBody>
      </p:sp>
    </p:spTree>
    <p:extLst>
      <p:ext uri="{BB962C8B-B14F-4D97-AF65-F5344CB8AC3E}">
        <p14:creationId xmlns:p14="http://schemas.microsoft.com/office/powerpoint/2010/main" val="350120539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xec Summ 3 Column">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788" cap="all" baseline="0">
                <a:latin typeface="Calibre Medium" panose="020B0603030202060203" pitchFamily="34" charset="0"/>
              </a:defRPr>
            </a:lvl2pPr>
            <a:lvl3pPr>
              <a:defRPr sz="788" cap="all" baseline="0">
                <a:latin typeface="Calibre Medium" panose="020B0603030202060203" pitchFamily="34" charset="0"/>
              </a:defRPr>
            </a:lvl3pPr>
            <a:lvl4pPr>
              <a:defRPr sz="788" cap="all" baseline="0">
                <a:latin typeface="Calibre Medium" panose="020B0603030202060203" pitchFamily="34" charset="0"/>
              </a:defRPr>
            </a:lvl4pPr>
            <a:lvl5pPr>
              <a:defRPr sz="788" cap="all" baseline="0">
                <a:latin typeface="Calibre Medium" panose="020B0603030202060203" pitchFamily="34" charset="0"/>
              </a:defRPr>
            </a:lvl5pPr>
          </a:lstStyle>
          <a:p>
            <a:pPr lvl="0"/>
            <a:r>
              <a:rPr lang="en-GB"/>
              <a:t>Navigation Header</a:t>
            </a:r>
            <a:endParaRPr lang="en-GB" dirty="0"/>
          </a:p>
        </p:txBody>
      </p:sp>
      <p:grpSp>
        <p:nvGrpSpPr>
          <p:cNvPr id="7" name="Column Rules">
            <a:extLst>
              <a:ext uri="{FF2B5EF4-FFF2-40B4-BE49-F238E27FC236}">
                <a16:creationId xmlns:a16="http://schemas.microsoft.com/office/drawing/2014/main" id="{87D564AF-DF84-4180-84CA-A17335C05E5A}"/>
              </a:ext>
            </a:extLst>
          </p:cNvPr>
          <p:cNvGrpSpPr/>
          <p:nvPr userDrawn="1"/>
        </p:nvGrpSpPr>
        <p:grpSpPr>
          <a:xfrm>
            <a:off x="505977" y="2225674"/>
            <a:ext cx="7829979" cy="1261872"/>
            <a:chOff x="505977" y="2225674"/>
            <a:chExt cx="7829979" cy="1431925"/>
          </a:xfrm>
        </p:grpSpPr>
        <p:cxnSp>
          <p:nvCxnSpPr>
            <p:cNvPr id="23" name="Column Rule 3">
              <a:extLst>
                <a:ext uri="{FF2B5EF4-FFF2-40B4-BE49-F238E27FC236}">
                  <a16:creationId xmlns:a16="http://schemas.microsoft.com/office/drawing/2014/main" id="{C4B15205-E96B-489D-84B5-39F086178357}"/>
                </a:ext>
              </a:extLst>
            </p:cNvPr>
            <p:cNvCxnSpPr>
              <a:cxnSpLocks/>
            </p:cNvCxnSpPr>
            <p:nvPr userDrawn="1"/>
          </p:nvCxnSpPr>
          <p:spPr>
            <a:xfrm>
              <a:off x="8335956"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6" name="Column Rule 2">
              <a:extLst>
                <a:ext uri="{FF2B5EF4-FFF2-40B4-BE49-F238E27FC236}">
                  <a16:creationId xmlns:a16="http://schemas.microsoft.com/office/drawing/2014/main" id="{74B34D04-2DB5-4ECD-B5DF-25A38C332E27}"/>
                </a:ext>
              </a:extLst>
            </p:cNvPr>
            <p:cNvCxnSpPr/>
            <p:nvPr userDrawn="1"/>
          </p:nvCxnSpPr>
          <p:spPr>
            <a:xfrm>
              <a:off x="4420966"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21" name="Column Rule 1">
              <a:extLst>
                <a:ext uri="{FF2B5EF4-FFF2-40B4-BE49-F238E27FC236}">
                  <a16:creationId xmlns:a16="http://schemas.microsoft.com/office/drawing/2014/main" id="{FE3C7069-4632-4876-8DC1-2CA1440016D8}"/>
                </a:ext>
              </a:extLst>
            </p:cNvPr>
            <p:cNvCxnSpPr/>
            <p:nvPr userDrawn="1"/>
          </p:nvCxnSpPr>
          <p:spPr>
            <a:xfrm>
              <a:off x="505977" y="2225674"/>
              <a:ext cx="0" cy="1431925"/>
            </a:xfrm>
            <a:prstGeom prst="line">
              <a:avLst/>
            </a:prstGeom>
            <a:ln w="25400">
              <a:solidFill>
                <a:schemeClr val="bg2"/>
              </a:solidFill>
              <a:miter lim="800000"/>
            </a:ln>
          </p:spPr>
          <p:style>
            <a:lnRef idx="1">
              <a:schemeClr val="accent1"/>
            </a:lnRef>
            <a:fillRef idx="0">
              <a:schemeClr val="accent1"/>
            </a:fillRef>
            <a:effectRef idx="0">
              <a:schemeClr val="accent1"/>
            </a:effectRef>
            <a:fontRef idx="minor">
              <a:schemeClr val="tx1"/>
            </a:fontRef>
          </p:style>
        </p:cxnSp>
      </p:grpSp>
      <p:sp>
        <p:nvSpPr>
          <p:cNvPr id="10" name="Content Placeholder 3">
            <a:extLst>
              <a:ext uri="{FF2B5EF4-FFF2-40B4-BE49-F238E27FC236}">
                <a16:creationId xmlns:a16="http://schemas.microsoft.com/office/drawing/2014/main" id="{96F8CE7E-C8FD-42CD-9FE2-33854B67611D}"/>
              </a:ext>
            </a:extLst>
          </p:cNvPr>
          <p:cNvSpPr>
            <a:spLocks noGrp="1"/>
          </p:cNvSpPr>
          <p:nvPr userDrawn="1">
            <p:ph sz="quarter" idx="16"/>
          </p:nvPr>
        </p:nvSpPr>
        <p:spPr>
          <a:xfrm>
            <a:off x="8501064" y="3332098"/>
            <a:ext cx="3175000" cy="2551176"/>
          </a:xfrm>
        </p:spPr>
        <p:txBody>
          <a:bodyPr/>
          <a:lstStyle>
            <a:lvl1pPr>
              <a:spcAft>
                <a:spcPts val="0"/>
              </a:spcAft>
              <a:defRPr>
                <a:latin typeface="Calibre Light" panose="020B0303030202060203" pitchFamily="34" charset="0"/>
              </a:defRPr>
            </a:lvl1pPr>
            <a:lvl2pPr>
              <a:defRPr sz="15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Heading Placeholder 3">
            <a:extLst>
              <a:ext uri="{FF2B5EF4-FFF2-40B4-BE49-F238E27FC236}">
                <a16:creationId xmlns:a16="http://schemas.microsoft.com/office/drawing/2014/main" id="{8D649D2F-7D7D-4802-A705-A08201E6D24D}"/>
              </a:ext>
            </a:extLst>
          </p:cNvPr>
          <p:cNvSpPr>
            <a:spLocks noGrp="1"/>
          </p:cNvSpPr>
          <p:nvPr userDrawn="1">
            <p:ph type="body" sz="quarter" idx="17" hasCustomPrompt="1"/>
          </p:nvPr>
        </p:nvSpPr>
        <p:spPr>
          <a:xfrm>
            <a:off x="8501064" y="2225675"/>
            <a:ext cx="3175000" cy="914400"/>
          </a:xfrm>
        </p:spPr>
        <p:txBody>
          <a:bodyPr/>
          <a:lstStyle>
            <a:lvl1pPr>
              <a:lnSpc>
                <a:spcPct val="82000"/>
              </a:lnSpc>
              <a:spcBef>
                <a:spcPts val="0"/>
              </a:spcBef>
              <a:spcAft>
                <a:spcPts val="0"/>
              </a:spcAft>
              <a:defRPr lang="en-US" sz="2800" b="0" dirty="0" smtClean="0">
                <a:solidFill>
                  <a:srgbClr val="003F2D"/>
                </a:solidFill>
                <a:latin typeface="+mj-lt"/>
                <a:ea typeface="+mn-ea"/>
                <a:cs typeface="+mn-cs"/>
              </a:defRPr>
            </a:lvl1pPr>
            <a:lvl2pPr>
              <a:spcBef>
                <a:spcPts val="225"/>
              </a:spcBef>
              <a:spcAft>
                <a:spcPts val="225"/>
              </a:spcAft>
              <a:defRPr lang="en-US" sz="900" dirty="0" smtClean="0">
                <a:solidFill>
                  <a:schemeClr val="tx1"/>
                </a:solidFill>
                <a:latin typeface="+mn-lt"/>
                <a:ea typeface="+mn-ea"/>
                <a:cs typeface="+mn-cs"/>
              </a:defRPr>
            </a:lvl2pPr>
            <a:lvl3pPr marL="128588" indent="-128588">
              <a:buFont typeface="Calibre" panose="020B0503030202060203" pitchFamily="34" charset="0"/>
              <a:buChar char="–"/>
              <a:defRPr lang="en-US" sz="900" dirty="0" smtClean="0">
                <a:solidFill>
                  <a:schemeClr val="tx1"/>
                </a:solidFill>
                <a:latin typeface="+mn-lt"/>
                <a:ea typeface="+mn-ea"/>
                <a:cs typeface="+mn-cs"/>
              </a:defRPr>
            </a:lvl3pPr>
            <a:lvl4pPr marL="267462">
              <a:defRPr lang="en-US" sz="900" b="0" dirty="0" smtClean="0">
                <a:solidFill>
                  <a:schemeClr val="tx1"/>
                </a:solidFill>
                <a:latin typeface="+mn-lt"/>
                <a:ea typeface="+mn-ea"/>
                <a:cs typeface="+mn-cs"/>
              </a:defRPr>
            </a:lvl4pPr>
            <a:lvl5pPr marL="0" indent="0">
              <a:spcBef>
                <a:spcPts val="450"/>
              </a:spcBef>
              <a:spcAft>
                <a:spcPts val="0"/>
              </a:spcAft>
              <a:buFontTx/>
              <a:buNone/>
              <a:defRPr lang="en-US" sz="900" dirty="0" smtClean="0">
                <a:solidFill>
                  <a:schemeClr val="tx1"/>
                </a:solidFill>
                <a:latin typeface="Calibre Semibold" panose="020B0703030202060203" pitchFamily="34" charset="0"/>
                <a:ea typeface="+mn-ea"/>
                <a:cs typeface="+mn-cs"/>
              </a:defRPr>
            </a:lvl5pPr>
            <a:lvl6pPr>
              <a:defRPr lang="en-US" sz="788" dirty="0" smtClean="0">
                <a:solidFill>
                  <a:schemeClr val="tx1"/>
                </a:solidFill>
                <a:latin typeface="Calibre Semibold" panose="020B0703030202060203" pitchFamily="34" charset="0"/>
                <a:ea typeface="+mn-ea"/>
                <a:cs typeface="+mn-cs"/>
              </a:defRPr>
            </a:lvl6pPr>
            <a:lvl7pPr>
              <a:spcBef>
                <a:spcPts val="225"/>
              </a:spcBef>
              <a:spcAft>
                <a:spcPts val="225"/>
              </a:spcAft>
              <a:defRPr lang="en-US" sz="788" dirty="0" smtClean="0">
                <a:solidFill>
                  <a:schemeClr val="tx1"/>
                </a:solidFill>
                <a:latin typeface="+mn-lt"/>
                <a:ea typeface="+mn-ea"/>
                <a:cs typeface="+mn-cs"/>
              </a:defRPr>
            </a:lvl7pPr>
            <a:lvl8pPr marL="128588" indent="-128588">
              <a:spcBef>
                <a:spcPts val="150"/>
              </a:spcBef>
              <a:spcAft>
                <a:spcPts val="0"/>
              </a:spcAft>
              <a:buFont typeface="Calibre" panose="020B0503030202060203" pitchFamily="34" charset="0"/>
              <a:buChar char="–"/>
              <a:defRPr lang="en-US" sz="788" dirty="0" smtClean="0">
                <a:solidFill>
                  <a:schemeClr val="tx1"/>
                </a:solidFill>
                <a:latin typeface="+mn-lt"/>
                <a:ea typeface="+mn-ea"/>
                <a:cs typeface="+mn-cs"/>
              </a:defRPr>
            </a:lvl8pPr>
            <a:lvl9pPr>
              <a:spcBef>
                <a:spcPts val="150"/>
              </a:spcBef>
              <a:defRPr/>
            </a:lvl9pPr>
          </a:lstStyle>
          <a:p>
            <a:pPr lvl="0"/>
            <a:r>
              <a:rPr lang="en-GB"/>
              <a:t>Column Header</a:t>
            </a:r>
            <a:endParaRPr lang="en-GB" dirty="0"/>
          </a:p>
        </p:txBody>
      </p:sp>
      <p:sp>
        <p:nvSpPr>
          <p:cNvPr id="9" name="Content Placeholder 2">
            <a:extLst>
              <a:ext uri="{FF2B5EF4-FFF2-40B4-BE49-F238E27FC236}">
                <a16:creationId xmlns:a16="http://schemas.microsoft.com/office/drawing/2014/main" id="{42EA3364-699E-4FFA-BD42-6EF5EA1F1F61}"/>
              </a:ext>
            </a:extLst>
          </p:cNvPr>
          <p:cNvSpPr>
            <a:spLocks noGrp="1"/>
          </p:cNvSpPr>
          <p:nvPr userDrawn="1">
            <p:ph sz="quarter" idx="14"/>
          </p:nvPr>
        </p:nvSpPr>
        <p:spPr>
          <a:xfrm>
            <a:off x="4584421" y="3332098"/>
            <a:ext cx="3172968" cy="2551176"/>
          </a:xfrm>
        </p:spPr>
        <p:txBody>
          <a:bodyPr/>
          <a:lstStyle>
            <a:lvl1pPr>
              <a:spcAft>
                <a:spcPts val="0"/>
              </a:spcAft>
              <a:defRPr>
                <a:latin typeface="Calibre Light" panose="020B0303030202060203" pitchFamily="34" charset="0"/>
              </a:defRPr>
            </a:lvl1pPr>
            <a:lvl2pPr>
              <a:defRPr sz="1500">
                <a:latin typeface="Calibre Semibold" panose="020B07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Heading Placeholder 2">
            <a:extLst>
              <a:ext uri="{FF2B5EF4-FFF2-40B4-BE49-F238E27FC236}">
                <a16:creationId xmlns:a16="http://schemas.microsoft.com/office/drawing/2014/main" id="{6FE6ECDB-AF0B-4645-9EF8-7E58A711A6A0}"/>
              </a:ext>
            </a:extLst>
          </p:cNvPr>
          <p:cNvSpPr>
            <a:spLocks noGrp="1"/>
          </p:cNvSpPr>
          <p:nvPr userDrawn="1">
            <p:ph type="body" sz="quarter" idx="15" hasCustomPrompt="1"/>
          </p:nvPr>
        </p:nvSpPr>
        <p:spPr>
          <a:xfrm>
            <a:off x="4584421" y="2225675"/>
            <a:ext cx="3172968" cy="914400"/>
          </a:xfrm>
        </p:spPr>
        <p:txBody>
          <a:bodyPr/>
          <a:lstStyle>
            <a:lvl1pPr>
              <a:lnSpc>
                <a:spcPct val="82000"/>
              </a:lnSpc>
              <a:spcBef>
                <a:spcPts val="0"/>
              </a:spcBef>
              <a:spcAft>
                <a:spcPts val="0"/>
              </a:spcAft>
              <a:defRPr lang="en-US" sz="2800" b="0" dirty="0" smtClean="0">
                <a:solidFill>
                  <a:srgbClr val="003F2D"/>
                </a:solidFill>
                <a:latin typeface="+mj-lt"/>
                <a:ea typeface="+mn-ea"/>
                <a:cs typeface="+mn-cs"/>
              </a:defRPr>
            </a:lvl1pPr>
            <a:lvl2pPr>
              <a:spcBef>
                <a:spcPts val="225"/>
              </a:spcBef>
              <a:spcAft>
                <a:spcPts val="225"/>
              </a:spcAft>
              <a:defRPr lang="en-US" sz="900" dirty="0" smtClean="0">
                <a:solidFill>
                  <a:schemeClr val="tx1"/>
                </a:solidFill>
                <a:latin typeface="+mn-lt"/>
                <a:ea typeface="+mn-ea"/>
                <a:cs typeface="+mn-cs"/>
              </a:defRPr>
            </a:lvl2pPr>
            <a:lvl3pPr marL="128588" indent="-128588">
              <a:buFont typeface="Calibre" panose="020B0503030202060203" pitchFamily="34" charset="0"/>
              <a:buChar char="–"/>
              <a:defRPr lang="en-US" sz="900" dirty="0" smtClean="0">
                <a:solidFill>
                  <a:schemeClr val="tx1"/>
                </a:solidFill>
                <a:latin typeface="+mn-lt"/>
                <a:ea typeface="+mn-ea"/>
                <a:cs typeface="+mn-cs"/>
              </a:defRPr>
            </a:lvl3pPr>
            <a:lvl4pPr marL="267462">
              <a:defRPr lang="en-US" sz="900" b="0" dirty="0" smtClean="0">
                <a:solidFill>
                  <a:schemeClr val="tx1"/>
                </a:solidFill>
                <a:latin typeface="+mn-lt"/>
                <a:ea typeface="+mn-ea"/>
                <a:cs typeface="+mn-cs"/>
              </a:defRPr>
            </a:lvl4pPr>
            <a:lvl5pPr marL="0" indent="0">
              <a:spcBef>
                <a:spcPts val="450"/>
              </a:spcBef>
              <a:spcAft>
                <a:spcPts val="0"/>
              </a:spcAft>
              <a:buFontTx/>
              <a:buNone/>
              <a:defRPr lang="en-US" sz="900" dirty="0" smtClean="0">
                <a:solidFill>
                  <a:schemeClr val="tx1"/>
                </a:solidFill>
                <a:latin typeface="Calibre Semibold" panose="020B0703030202060203" pitchFamily="34" charset="0"/>
                <a:ea typeface="+mn-ea"/>
                <a:cs typeface="+mn-cs"/>
              </a:defRPr>
            </a:lvl5pPr>
            <a:lvl6pPr>
              <a:defRPr lang="en-US" sz="788" dirty="0" smtClean="0">
                <a:solidFill>
                  <a:schemeClr val="tx1"/>
                </a:solidFill>
                <a:latin typeface="Calibre Semibold" panose="020B0703030202060203" pitchFamily="34" charset="0"/>
                <a:ea typeface="+mn-ea"/>
                <a:cs typeface="+mn-cs"/>
              </a:defRPr>
            </a:lvl6pPr>
            <a:lvl7pPr>
              <a:spcBef>
                <a:spcPts val="225"/>
              </a:spcBef>
              <a:spcAft>
                <a:spcPts val="225"/>
              </a:spcAft>
              <a:defRPr lang="en-US" sz="788" dirty="0" smtClean="0">
                <a:solidFill>
                  <a:schemeClr val="tx1"/>
                </a:solidFill>
                <a:latin typeface="+mn-lt"/>
                <a:ea typeface="+mn-ea"/>
                <a:cs typeface="+mn-cs"/>
              </a:defRPr>
            </a:lvl7pPr>
            <a:lvl8pPr marL="128588" indent="-128588">
              <a:spcBef>
                <a:spcPts val="150"/>
              </a:spcBef>
              <a:spcAft>
                <a:spcPts val="0"/>
              </a:spcAft>
              <a:buFont typeface="Calibre" panose="020B0503030202060203" pitchFamily="34" charset="0"/>
              <a:buChar char="–"/>
              <a:defRPr lang="en-US" sz="788" dirty="0" smtClean="0">
                <a:solidFill>
                  <a:schemeClr val="tx1"/>
                </a:solidFill>
                <a:latin typeface="+mn-lt"/>
                <a:ea typeface="+mn-ea"/>
                <a:cs typeface="+mn-cs"/>
              </a:defRPr>
            </a:lvl8pPr>
            <a:lvl9pPr>
              <a:spcBef>
                <a:spcPts val="150"/>
              </a:spcBef>
              <a:defRPr/>
            </a:lvl9pPr>
          </a:lstStyle>
          <a:p>
            <a:pPr lvl="0"/>
            <a:r>
              <a:rPr lang="en-GB"/>
              <a:t>Column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userDrawn="1">
            <p:ph sz="quarter" idx="12"/>
          </p:nvPr>
        </p:nvSpPr>
        <p:spPr>
          <a:xfrm>
            <a:off x="667779" y="3332097"/>
            <a:ext cx="3172968" cy="2551176"/>
          </a:xfrm>
        </p:spPr>
        <p:txBody>
          <a:bodyPr/>
          <a:lstStyle>
            <a:lvl1pPr>
              <a:spcAft>
                <a:spcPts val="0"/>
              </a:spcAft>
              <a:defRPr>
                <a:latin typeface="Calibre Light" panose="020B0303030202060203" pitchFamily="34" charset="0"/>
              </a:defRPr>
            </a:lvl1pPr>
            <a:lvl2pPr>
              <a:defRPr sz="1500">
                <a:latin typeface="Calibre Semibold" panose="020B0703030202060203" pitchFamily="34" charset="0"/>
              </a:defRPr>
            </a:lvl2pPr>
            <a:lvl3pPr>
              <a:defRPr sz="1200">
                <a:latin typeface="+mn-lt"/>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Heading Placeholder 1">
            <a:extLst>
              <a:ext uri="{FF2B5EF4-FFF2-40B4-BE49-F238E27FC236}">
                <a16:creationId xmlns:a16="http://schemas.microsoft.com/office/drawing/2014/main" id="{478E80C0-0E36-48D9-AC93-9C6F4EC94042}"/>
              </a:ext>
            </a:extLst>
          </p:cNvPr>
          <p:cNvSpPr>
            <a:spLocks noGrp="1"/>
          </p:cNvSpPr>
          <p:nvPr userDrawn="1">
            <p:ph type="body" sz="quarter" idx="13" hasCustomPrompt="1"/>
          </p:nvPr>
        </p:nvSpPr>
        <p:spPr>
          <a:xfrm>
            <a:off x="667779" y="2225673"/>
            <a:ext cx="3172968" cy="914400"/>
          </a:xfrm>
        </p:spPr>
        <p:txBody>
          <a:bodyPr/>
          <a:lstStyle>
            <a:lvl1pPr>
              <a:lnSpc>
                <a:spcPct val="82000"/>
              </a:lnSpc>
              <a:spcBef>
                <a:spcPts val="0"/>
              </a:spcBef>
              <a:spcAft>
                <a:spcPts val="0"/>
              </a:spcAft>
              <a:defRPr lang="en-US" sz="2800" b="0" dirty="0" smtClean="0">
                <a:solidFill>
                  <a:srgbClr val="003F2D"/>
                </a:solidFill>
                <a:latin typeface="+mj-lt"/>
                <a:ea typeface="+mn-ea"/>
                <a:cs typeface="+mn-cs"/>
              </a:defRPr>
            </a:lvl1pPr>
            <a:lvl2pPr>
              <a:spcBef>
                <a:spcPts val="225"/>
              </a:spcBef>
              <a:spcAft>
                <a:spcPts val="225"/>
              </a:spcAft>
              <a:defRPr lang="en-US" sz="900" dirty="0" smtClean="0">
                <a:solidFill>
                  <a:schemeClr val="tx1"/>
                </a:solidFill>
                <a:latin typeface="+mn-lt"/>
                <a:ea typeface="+mn-ea"/>
                <a:cs typeface="+mn-cs"/>
              </a:defRPr>
            </a:lvl2pPr>
            <a:lvl3pPr marL="128588" indent="-128588">
              <a:buFont typeface="Calibre" panose="020B0503030202060203" pitchFamily="34" charset="0"/>
              <a:buChar char="–"/>
              <a:defRPr lang="en-US" sz="900" dirty="0" smtClean="0">
                <a:solidFill>
                  <a:schemeClr val="tx1"/>
                </a:solidFill>
                <a:latin typeface="+mn-lt"/>
                <a:ea typeface="+mn-ea"/>
                <a:cs typeface="+mn-cs"/>
              </a:defRPr>
            </a:lvl3pPr>
            <a:lvl4pPr marL="267462">
              <a:defRPr lang="en-US" sz="900" b="0" dirty="0" smtClean="0">
                <a:solidFill>
                  <a:schemeClr val="tx1"/>
                </a:solidFill>
                <a:latin typeface="+mn-lt"/>
                <a:ea typeface="+mn-ea"/>
                <a:cs typeface="+mn-cs"/>
              </a:defRPr>
            </a:lvl4pPr>
            <a:lvl5pPr marL="0" indent="0">
              <a:spcBef>
                <a:spcPts val="450"/>
              </a:spcBef>
              <a:spcAft>
                <a:spcPts val="0"/>
              </a:spcAft>
              <a:buFontTx/>
              <a:buNone/>
              <a:defRPr lang="en-US" sz="900" dirty="0" smtClean="0">
                <a:solidFill>
                  <a:schemeClr val="tx1"/>
                </a:solidFill>
                <a:latin typeface="Calibre Semibold" panose="020B0703030202060203" pitchFamily="34" charset="0"/>
                <a:ea typeface="+mn-ea"/>
                <a:cs typeface="+mn-cs"/>
              </a:defRPr>
            </a:lvl5pPr>
            <a:lvl6pPr>
              <a:defRPr lang="en-US" sz="788" dirty="0" smtClean="0">
                <a:solidFill>
                  <a:schemeClr val="tx1"/>
                </a:solidFill>
                <a:latin typeface="Calibre Semibold" panose="020B0703030202060203" pitchFamily="34" charset="0"/>
                <a:ea typeface="+mn-ea"/>
                <a:cs typeface="+mn-cs"/>
              </a:defRPr>
            </a:lvl6pPr>
            <a:lvl7pPr>
              <a:spcBef>
                <a:spcPts val="225"/>
              </a:spcBef>
              <a:spcAft>
                <a:spcPts val="225"/>
              </a:spcAft>
              <a:defRPr lang="en-US" sz="788" dirty="0" smtClean="0">
                <a:solidFill>
                  <a:schemeClr val="tx1"/>
                </a:solidFill>
                <a:latin typeface="+mn-lt"/>
                <a:ea typeface="+mn-ea"/>
                <a:cs typeface="+mn-cs"/>
              </a:defRPr>
            </a:lvl7pPr>
            <a:lvl8pPr marL="128588" indent="-128588">
              <a:spcBef>
                <a:spcPts val="150"/>
              </a:spcBef>
              <a:spcAft>
                <a:spcPts val="0"/>
              </a:spcAft>
              <a:buFont typeface="Calibre" panose="020B0503030202060203" pitchFamily="34" charset="0"/>
              <a:buChar char="–"/>
              <a:defRPr lang="en-US" sz="788" dirty="0" smtClean="0">
                <a:solidFill>
                  <a:schemeClr val="tx1"/>
                </a:solidFill>
                <a:latin typeface="+mn-lt"/>
                <a:ea typeface="+mn-ea"/>
                <a:cs typeface="+mn-cs"/>
              </a:defRPr>
            </a:lvl8pPr>
            <a:lvl9pPr>
              <a:spcBef>
                <a:spcPts val="150"/>
              </a:spcBef>
              <a:defRPr/>
            </a:lvl9pPr>
          </a:lstStyle>
          <a:p>
            <a:pPr lvl="0"/>
            <a:r>
              <a:rPr lang="en-GB"/>
              <a:t>Column Header</a:t>
            </a:r>
            <a:endParaRPr lang="en-GB" dirty="0"/>
          </a:p>
        </p:txBody>
      </p:sp>
      <p:sp>
        <p:nvSpPr>
          <p:cNvPr id="15" name="Rectangle 14">
            <a:extLst>
              <a:ext uri="{FF2B5EF4-FFF2-40B4-BE49-F238E27FC236}">
                <a16:creationId xmlns:a16="http://schemas.microsoft.com/office/drawing/2014/main" id="{2CD6F558-36EA-4E1B-B941-943C0CC96B5C}"/>
              </a:ext>
            </a:extLst>
          </p:cNvPr>
          <p:cNvSpPr/>
          <p:nvPr userDrawn="1"/>
        </p:nvSpPr>
        <p:spPr>
          <a:xfrm>
            <a:off x="-1828800" y="2225675"/>
            <a:ext cx="1676400" cy="3030538"/>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68580" bIns="0" rtlCol="0" anchor="t" anchorCtr="0"/>
          <a:lstStyle/>
          <a:p>
            <a:pPr algn="l">
              <a:spcAft>
                <a:spcPts val="225"/>
              </a:spcAft>
            </a:pPr>
            <a:r>
              <a:rPr lang="en-GB" sz="900">
                <a:solidFill>
                  <a:schemeClr val="bg1"/>
                </a:solidFill>
              </a:rPr>
              <a:t>Make sure the</a:t>
            </a:r>
            <a:br>
              <a:rPr lang="en-GB" sz="900">
                <a:solidFill>
                  <a:schemeClr val="bg1"/>
                </a:solidFill>
              </a:rPr>
            </a:br>
            <a:r>
              <a:rPr lang="en-GB" sz="900">
                <a:solidFill>
                  <a:schemeClr val="bg1"/>
                </a:solidFill>
              </a:rPr>
              <a:t>column lines are:</a:t>
            </a:r>
          </a:p>
          <a:p>
            <a:pPr marL="128588" lvl="1" indent="-128588" algn="l">
              <a:spcAft>
                <a:spcPts val="225"/>
              </a:spcAft>
              <a:buFont typeface="+mj-lt"/>
              <a:buAutoNum type="arabicPeriod"/>
            </a:pPr>
            <a:r>
              <a:rPr lang="en-GB" sz="900">
                <a:solidFill>
                  <a:schemeClr val="bg1"/>
                </a:solidFill>
              </a:rPr>
              <a:t>All the same height</a:t>
            </a:r>
          </a:p>
          <a:p>
            <a:pPr marL="128588" lvl="1" indent="-128588" algn="l">
              <a:spcAft>
                <a:spcPts val="225"/>
              </a:spcAft>
              <a:buFont typeface="+mj-lt"/>
              <a:buAutoNum type="arabicPeriod"/>
            </a:pPr>
            <a:r>
              <a:rPr lang="en-GB" sz="900">
                <a:solidFill>
                  <a:schemeClr val="bg1"/>
                </a:solidFill>
              </a:rPr>
              <a:t>As tall as the tallest column of text</a:t>
            </a:r>
          </a:p>
          <a:p>
            <a:pPr marL="128588" lvl="1" indent="-128588" algn="l">
              <a:spcAft>
                <a:spcPts val="225"/>
              </a:spcAft>
              <a:buFont typeface="+mj-lt"/>
              <a:buAutoNum type="arabicPeriod"/>
            </a:pPr>
            <a:r>
              <a:rPr lang="en-GB" sz="900">
                <a:solidFill>
                  <a:schemeClr val="bg1"/>
                </a:solidFill>
              </a:rPr>
              <a:t>Remain equidistant by not ungrouping</a:t>
            </a:r>
          </a:p>
          <a:p>
            <a:pPr algn="l">
              <a:spcAft>
                <a:spcPts val="225"/>
              </a:spcAft>
            </a:pPr>
            <a:r>
              <a:rPr lang="en-GB" sz="900">
                <a:solidFill>
                  <a:schemeClr val="bg1"/>
                </a:solidFill>
              </a:rPr>
              <a:t>If the column lines get deleted by accident, COPY and paste a set  from the slide layout’s master:</a:t>
            </a:r>
            <a:br>
              <a:rPr lang="en-GB" sz="900">
                <a:solidFill>
                  <a:schemeClr val="bg1"/>
                </a:solidFill>
              </a:rPr>
            </a:br>
            <a:r>
              <a:rPr lang="en-GB" sz="900" i="1">
                <a:solidFill>
                  <a:schemeClr val="bg1"/>
                </a:solidFill>
              </a:rPr>
              <a:t>View &gt; Slide Master</a:t>
            </a:r>
          </a:p>
          <a:p>
            <a:pPr algn="l">
              <a:spcAft>
                <a:spcPts val="225"/>
              </a:spcAft>
            </a:pPr>
            <a:endParaRPr lang="en-GB" sz="1350" dirty="0">
              <a:solidFill>
                <a:schemeClr val="bg1"/>
              </a:solidFill>
            </a:endParaRPr>
          </a:p>
        </p:txBody>
      </p:sp>
    </p:spTree>
    <p:extLst>
      <p:ext uri="{BB962C8B-B14F-4D97-AF65-F5344CB8AC3E}">
        <p14:creationId xmlns:p14="http://schemas.microsoft.com/office/powerpoint/2010/main" val="294094428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Image Quote 1">
    <p:bg>
      <p:bgPr>
        <a:solidFill>
          <a:schemeClr val="tx1"/>
        </a:solidFill>
        <a:effectLst/>
      </p:bgPr>
    </p:bg>
    <p:spTree>
      <p:nvGrpSpPr>
        <p:cNvPr id="1" name=""/>
        <p:cNvGrpSpPr/>
        <p:nvPr/>
      </p:nvGrpSpPr>
      <p:grpSpPr>
        <a:xfrm>
          <a:off x="0" y="0"/>
          <a:ext cx="0" cy="0"/>
          <a:chOff x="0" y="0"/>
          <a:chExt cx="0" cy="0"/>
        </a:xfrm>
      </p:grpSpPr>
      <p:sp>
        <p:nvSpPr>
          <p:cNvPr id="19" name="Picture Placeholder 17">
            <a:extLst>
              <a:ext uri="{FF2B5EF4-FFF2-40B4-BE49-F238E27FC236}">
                <a16:creationId xmlns:a16="http://schemas.microsoft.com/office/drawing/2014/main" id="{0AE1B65D-6907-E54F-BB4B-C41AFAAE8186}"/>
              </a:ext>
            </a:extLst>
          </p:cNvPr>
          <p:cNvSpPr>
            <a:spLocks noGrp="1"/>
          </p:cNvSpPr>
          <p:nvPr>
            <p:ph type="pic" sz="quarter" idx="12"/>
          </p:nvPr>
        </p:nvSpPr>
        <p:spPr>
          <a:xfrm>
            <a:off x="511175" y="1621049"/>
            <a:ext cx="9118600" cy="4851189"/>
          </a:xfrm>
          <a:prstGeom prst="rect">
            <a:avLst/>
          </a:prstGeom>
          <a:noFill/>
        </p:spPr>
        <p:txBody>
          <a:bodyPr/>
          <a:lstStyle>
            <a:lvl1pPr>
              <a:defRPr>
                <a:solidFill>
                  <a:schemeClr val="bg1"/>
                </a:solidFill>
              </a:defRPr>
            </a:lvl1pPr>
          </a:lstStyle>
          <a:p>
            <a:r>
              <a:rPr lang="en-US"/>
              <a:t>Click icon to add picture</a:t>
            </a:r>
            <a:endParaRPr lang="en-GB" dirty="0"/>
          </a:p>
        </p:txBody>
      </p:sp>
      <p:sp>
        <p:nvSpPr>
          <p:cNvPr id="3" name="Text Placeholder 2">
            <a:extLst>
              <a:ext uri="{FF2B5EF4-FFF2-40B4-BE49-F238E27FC236}">
                <a16:creationId xmlns:a16="http://schemas.microsoft.com/office/drawing/2014/main" id="{B0E5166B-DE21-4C78-873E-E08181E53E4F}"/>
              </a:ext>
            </a:extLst>
          </p:cNvPr>
          <p:cNvSpPr>
            <a:spLocks noGrp="1"/>
          </p:cNvSpPr>
          <p:nvPr>
            <p:ph type="body" sz="quarter" idx="13"/>
          </p:nvPr>
        </p:nvSpPr>
        <p:spPr>
          <a:xfrm>
            <a:off x="9731377" y="1621050"/>
            <a:ext cx="1947863" cy="3003338"/>
          </a:xfrm>
        </p:spPr>
        <p:txBody>
          <a:bodyPr tIns="0" anchor="b" anchorCtr="0"/>
          <a:lstStyle>
            <a:lvl1pPr>
              <a:defRPr sz="1600">
                <a:solidFill>
                  <a:srgbClr val="CAD1D2"/>
                </a:solidFill>
              </a:defRPr>
            </a:lvl1pPr>
            <a:lvl2pPr>
              <a:defRPr>
                <a:solidFill>
                  <a:srgbClr val="CAD1D2"/>
                </a:solidFill>
              </a:defRPr>
            </a:lvl2pPr>
            <a:lvl3pPr>
              <a:defRPr>
                <a:solidFill>
                  <a:srgbClr val="CAD1D2"/>
                </a:solidFill>
              </a:defRPr>
            </a:lvl3pPr>
            <a:lvl4pPr>
              <a:buClr>
                <a:schemeClr val="bg1"/>
              </a:buClr>
              <a:defRPr>
                <a:solidFill>
                  <a:srgbClr val="CAD1D2"/>
                </a:solidFill>
              </a:defRPr>
            </a:lvl4pPr>
            <a:lvl5pPr>
              <a:defRPr>
                <a:solidFill>
                  <a:srgbClr val="CAD1D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10">
            <a:extLst>
              <a:ext uri="{FF2B5EF4-FFF2-40B4-BE49-F238E27FC236}">
                <a16:creationId xmlns:a16="http://schemas.microsoft.com/office/drawing/2014/main" id="{276E0B12-C8A6-47ED-AC2C-173E6E8D0380}"/>
              </a:ext>
            </a:extLst>
          </p:cNvPr>
          <p:cNvSpPr>
            <a:spLocks noGrp="1"/>
          </p:cNvSpPr>
          <p:nvPr>
            <p:ph type="body" sz="quarter" idx="46" hasCustomPrompt="1"/>
          </p:nvPr>
        </p:nvSpPr>
        <p:spPr>
          <a:xfrm>
            <a:off x="9731375" y="4697414"/>
            <a:ext cx="1947863" cy="1774825"/>
          </a:xfrm>
          <a:prstGeom prst="rect">
            <a:avLst/>
          </a:prstGeom>
        </p:spPr>
        <p:txBody>
          <a:bodyPr anchor="t"/>
          <a:lstStyle>
            <a:lvl1pPr marL="7701" algn="l" defTabSz="554492" rtl="0" eaLnBrk="1" latinLnBrk="0" hangingPunct="1">
              <a:lnSpc>
                <a:spcPct val="90000"/>
              </a:lnSpc>
              <a:spcBef>
                <a:spcPts val="0"/>
              </a:spcBef>
              <a:spcAft>
                <a:spcPts val="0"/>
              </a:spcAft>
              <a:defRPr lang="en-US" sz="1200" b="0" i="0" kern="0" dirty="0">
                <a:solidFill>
                  <a:srgbClr val="CAD1D2"/>
                </a:solidFill>
                <a:latin typeface="Calibre-Semibold"/>
                <a:ea typeface="+mj-ea"/>
                <a:cs typeface="Calibre-Semibold"/>
              </a:defRPr>
            </a:lvl1pPr>
            <a:lvl2pPr>
              <a:lnSpc>
                <a:spcPct val="90000"/>
              </a:lnSpc>
              <a:spcAft>
                <a:spcPts val="0"/>
              </a:spcAft>
              <a:defRPr sz="1200">
                <a:solidFill>
                  <a:srgbClr val="CAD0D2"/>
                </a:solidFill>
                <a:latin typeface="+mn-lt"/>
              </a:defRPr>
            </a:lvl2pPr>
          </a:lstStyle>
          <a:p>
            <a:pPr lvl="0"/>
            <a:r>
              <a:rPr lang="en-GB"/>
              <a:t>Name</a:t>
            </a:r>
          </a:p>
          <a:p>
            <a:pPr lvl="1"/>
            <a:r>
              <a:rPr lang="en-GB"/>
              <a:t>Title</a:t>
            </a:r>
            <a:endParaRPr lang="en-GB" dirty="0"/>
          </a:p>
        </p:txBody>
      </p:sp>
      <p:sp>
        <p:nvSpPr>
          <p:cNvPr id="7" name="TextBox 6">
            <a:extLst>
              <a:ext uri="{FF2B5EF4-FFF2-40B4-BE49-F238E27FC236}">
                <a16:creationId xmlns:a16="http://schemas.microsoft.com/office/drawing/2014/main" id="{EB320D00-2ED6-4A6C-A2ED-CAFB5F812F66}"/>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8" name="TextBox 7">
            <a:extLst>
              <a:ext uri="{FF2B5EF4-FFF2-40B4-BE49-F238E27FC236}">
                <a16:creationId xmlns:a16="http://schemas.microsoft.com/office/drawing/2014/main" id="{0C2A81BA-DBC2-4E69-AE9E-2D54F2C02D04}"/>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Tree>
    <p:extLst>
      <p:ext uri="{BB962C8B-B14F-4D97-AF65-F5344CB8AC3E}">
        <p14:creationId xmlns:p14="http://schemas.microsoft.com/office/powerpoint/2010/main" val="247105701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Full Page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42EDB4F2-7D75-4BAC-93D5-85009027436B}"/>
              </a:ext>
            </a:extLst>
          </p:cNvPr>
          <p:cNvSpPr>
            <a:spLocks noGrp="1"/>
          </p:cNvSpPr>
          <p:nvPr>
            <p:ph type="pic" sz="quarter" idx="10"/>
          </p:nvPr>
        </p:nvSpPr>
        <p:spPr>
          <a:xfrm>
            <a:off x="-7411" y="0"/>
            <a:ext cx="12199412" cy="6858000"/>
          </a:xfrm>
          <a:solidFill>
            <a:schemeClr val="accent6"/>
          </a:solidFill>
        </p:spPr>
        <p:txBody>
          <a:bodyPr/>
          <a:lstStyle/>
          <a:p>
            <a:r>
              <a:rPr lang="en-US"/>
              <a:t>Click icon to add picture</a:t>
            </a:r>
            <a:endParaRPr lang="en-GB" dirty="0"/>
          </a:p>
        </p:txBody>
      </p:sp>
      <p:sp>
        <p:nvSpPr>
          <p:cNvPr id="6" name="TextBox 5">
            <a:extLst>
              <a:ext uri="{FF2B5EF4-FFF2-40B4-BE49-F238E27FC236}">
                <a16:creationId xmlns:a16="http://schemas.microsoft.com/office/drawing/2014/main" id="{EF6DEBCB-FF96-4C09-8941-8A58FB267920}"/>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7" name="TextBox 6">
            <a:extLst>
              <a:ext uri="{FF2B5EF4-FFF2-40B4-BE49-F238E27FC236}">
                <a16:creationId xmlns:a16="http://schemas.microsoft.com/office/drawing/2014/main" id="{53C6E8C5-BE2F-4571-ADEA-9668A775F670}"/>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Tree>
    <p:extLst>
      <p:ext uri="{BB962C8B-B14F-4D97-AF65-F5344CB8AC3E}">
        <p14:creationId xmlns:p14="http://schemas.microsoft.com/office/powerpoint/2010/main" val="76092377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Photo Layout 1">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5" y="382589"/>
            <a:ext cx="9118600" cy="6089649"/>
          </a:xfrm>
        </p:spPr>
        <p:txBody>
          <a:bodyPr/>
          <a:lstStyle>
            <a:lvl1pPr>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10244666" y="4105275"/>
            <a:ext cx="1435100" cy="2366962"/>
          </a:xfrm>
        </p:spPr>
        <p:txBody>
          <a:bodyPr anchor="b"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246043690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Photo Layout 2">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6" y="2232025"/>
            <a:ext cx="3995209" cy="4240212"/>
          </a:xfrm>
        </p:spPr>
        <p:txBody>
          <a:bodyPr/>
          <a:lstStyle>
            <a:lvl1pPr>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1176" y="352426"/>
            <a:ext cx="1946275" cy="1806574"/>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6144686" y="0"/>
            <a:ext cx="6047317" cy="6858000"/>
          </a:xfrm>
        </p:spPr>
        <p:txBody>
          <a:bodyPr/>
          <a:lstStyle/>
          <a:p>
            <a:r>
              <a:rPr lang="en-US"/>
              <a:t>Click icon to add picture</a:t>
            </a:r>
            <a:endParaRPr lang="en-GB" dirty="0"/>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2556933" y="352426"/>
            <a:ext cx="1949451" cy="1806574"/>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158027839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Photo Layout 3">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5" y="2852738"/>
            <a:ext cx="5531909" cy="3619501"/>
          </a:xfrm>
        </p:spPr>
        <p:txBody>
          <a:bodyPr/>
          <a:lstStyle>
            <a:lvl1pPr>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1175" y="382589"/>
            <a:ext cx="1947331" cy="1776411"/>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6146803" y="2852738"/>
            <a:ext cx="5531909" cy="3619501"/>
          </a:xfrm>
        </p:spPr>
        <p:txBody>
          <a:bodyPr/>
          <a:lstStyle/>
          <a:p>
            <a:r>
              <a:rPr lang="en-US"/>
              <a:t>Click icon to add picture</a:t>
            </a:r>
            <a:endParaRPr lang="en-GB" dirty="0"/>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6146803" y="382589"/>
            <a:ext cx="1947331" cy="1776411"/>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90889879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Photo Layout 4">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3" y="382588"/>
            <a:ext cx="4006584" cy="3007254"/>
          </a:xfrm>
        </p:spPr>
        <p:txBody>
          <a:bodyPr/>
          <a:lstStyle>
            <a:lvl1pPr>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4613628" y="382588"/>
            <a:ext cx="1436201" cy="2395728"/>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7677768" y="382588"/>
            <a:ext cx="4006584" cy="3007254"/>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6145698" y="382588"/>
            <a:ext cx="1436201" cy="2395728"/>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5" name="Picture Placeholder 3">
            <a:extLst>
              <a:ext uri="{FF2B5EF4-FFF2-40B4-BE49-F238E27FC236}">
                <a16:creationId xmlns:a16="http://schemas.microsoft.com/office/drawing/2014/main" id="{5E306714-E926-4DD9-BBE5-131B471B1D3C}"/>
              </a:ext>
            </a:extLst>
          </p:cNvPr>
          <p:cNvSpPr>
            <a:spLocks noGrp="1"/>
          </p:cNvSpPr>
          <p:nvPr>
            <p:ph type="pic" sz="quarter" idx="14"/>
          </p:nvPr>
        </p:nvSpPr>
        <p:spPr>
          <a:xfrm>
            <a:off x="511173" y="3468157"/>
            <a:ext cx="4006584" cy="3008376"/>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9" name="Content Placeholder 3">
            <a:extLst>
              <a:ext uri="{FF2B5EF4-FFF2-40B4-BE49-F238E27FC236}">
                <a16:creationId xmlns:a16="http://schemas.microsoft.com/office/drawing/2014/main" id="{470AD60A-7F17-4319-954E-75F5B403ED76}"/>
              </a:ext>
            </a:extLst>
          </p:cNvPr>
          <p:cNvSpPr>
            <a:spLocks noGrp="1"/>
          </p:cNvSpPr>
          <p:nvPr>
            <p:ph sz="quarter" idx="15" hasCustomPrompt="1"/>
          </p:nvPr>
        </p:nvSpPr>
        <p:spPr>
          <a:xfrm>
            <a:off x="4613628" y="3468158"/>
            <a:ext cx="1436201" cy="2395728"/>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8" name="Content Placeholder 4">
            <a:extLst>
              <a:ext uri="{FF2B5EF4-FFF2-40B4-BE49-F238E27FC236}">
                <a16:creationId xmlns:a16="http://schemas.microsoft.com/office/drawing/2014/main" id="{07C2A20F-693D-463A-87C3-53A3DDC5B708}"/>
              </a:ext>
            </a:extLst>
          </p:cNvPr>
          <p:cNvSpPr>
            <a:spLocks noGrp="1"/>
          </p:cNvSpPr>
          <p:nvPr>
            <p:ph sz="quarter" idx="16" hasCustomPrompt="1"/>
          </p:nvPr>
        </p:nvSpPr>
        <p:spPr>
          <a:xfrm>
            <a:off x="6145698" y="3468158"/>
            <a:ext cx="1436201" cy="2395728"/>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11" name="Picture Placeholder 4">
            <a:extLst>
              <a:ext uri="{FF2B5EF4-FFF2-40B4-BE49-F238E27FC236}">
                <a16:creationId xmlns:a16="http://schemas.microsoft.com/office/drawing/2014/main" id="{A08E27B9-492C-4EAD-9166-6BBEB06B7314}"/>
              </a:ext>
            </a:extLst>
          </p:cNvPr>
          <p:cNvSpPr>
            <a:spLocks noGrp="1"/>
          </p:cNvSpPr>
          <p:nvPr>
            <p:ph type="pic" sz="quarter" idx="17"/>
          </p:nvPr>
        </p:nvSpPr>
        <p:spPr>
          <a:xfrm>
            <a:off x="7677768" y="3468157"/>
            <a:ext cx="4006584" cy="3008376"/>
          </a:xfrm>
        </p:spPr>
        <p:txBody>
          <a:bodyPr/>
          <a:lstStyle/>
          <a:p>
            <a:r>
              <a:rPr lang="en-US"/>
              <a:t>Click icon to add picture</a:t>
            </a:r>
            <a:endParaRPr lang="en-US" dirty="0"/>
          </a:p>
        </p:txBody>
      </p:sp>
    </p:spTree>
    <p:extLst>
      <p:ext uri="{BB962C8B-B14F-4D97-AF65-F5344CB8AC3E}">
        <p14:creationId xmlns:p14="http://schemas.microsoft.com/office/powerpoint/2010/main" val="171623952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Photo Layout 5">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6" y="382588"/>
            <a:ext cx="5534025" cy="3617912"/>
          </a:xfrm>
        </p:spPr>
        <p:txBody>
          <a:bodyPr/>
          <a:lstStyle>
            <a:lvl1pPr>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1176" y="4697414"/>
            <a:ext cx="1960256" cy="1774825"/>
          </a:xfrm>
        </p:spPr>
        <p:txBody>
          <a:bodyPr anchor="b"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6146804" y="382589"/>
            <a:ext cx="5532435" cy="3617913"/>
          </a:xfrm>
        </p:spPr>
        <p:txBody>
          <a:bodyPr/>
          <a:lstStyle/>
          <a:p>
            <a:r>
              <a:rPr lang="en-US"/>
              <a:t>Click icon to add picture</a:t>
            </a:r>
            <a:endParaRPr lang="en-GB" dirty="0"/>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6146803" y="4697414"/>
            <a:ext cx="1947331" cy="1774825"/>
          </a:xfrm>
        </p:spPr>
        <p:txBody>
          <a:bodyPr anchor="b"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380271241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Photo Layout 6">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3069167" y="384176"/>
            <a:ext cx="8610072" cy="6088062"/>
          </a:xfrm>
        </p:spPr>
        <p:txBody>
          <a:bodyPr/>
          <a:lstStyle>
            <a:lvl1pPr>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2763" y="1616076"/>
            <a:ext cx="1944688" cy="4856163"/>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356209067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Photo Layout 7">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5" y="382589"/>
            <a:ext cx="3997327" cy="6091234"/>
          </a:xfrm>
        </p:spPr>
        <p:txBody>
          <a:bodyPr/>
          <a:lstStyle>
            <a:lvl1pPr>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4600574" y="382589"/>
            <a:ext cx="1444625" cy="2395728"/>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7681913" y="382589"/>
            <a:ext cx="3997327" cy="6091236"/>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6146803" y="382589"/>
            <a:ext cx="1435100" cy="2395728"/>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4943263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Photo Layout 8">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6" y="2227264"/>
            <a:ext cx="2971801" cy="4244975"/>
          </a:xfrm>
        </p:spPr>
        <p:txBody>
          <a:bodyPr/>
          <a:lstStyle>
            <a:lvl1pPr>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1176" y="382588"/>
            <a:ext cx="1950720" cy="1776412"/>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4610101" y="2227264"/>
            <a:ext cx="2971800" cy="4244975"/>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4610101" y="382588"/>
            <a:ext cx="1945217" cy="1776412"/>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5" name="Picture Placeholder 3">
            <a:extLst>
              <a:ext uri="{FF2B5EF4-FFF2-40B4-BE49-F238E27FC236}">
                <a16:creationId xmlns:a16="http://schemas.microsoft.com/office/drawing/2014/main" id="{5E306714-E926-4DD9-BBE5-131B471B1D3C}"/>
              </a:ext>
            </a:extLst>
          </p:cNvPr>
          <p:cNvSpPr>
            <a:spLocks noGrp="1"/>
          </p:cNvSpPr>
          <p:nvPr>
            <p:ph type="pic" sz="quarter" idx="14"/>
          </p:nvPr>
        </p:nvSpPr>
        <p:spPr>
          <a:xfrm>
            <a:off x="8707439" y="2227265"/>
            <a:ext cx="2971800" cy="4244975"/>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9" name="Content Placeholder 3">
            <a:extLst>
              <a:ext uri="{FF2B5EF4-FFF2-40B4-BE49-F238E27FC236}">
                <a16:creationId xmlns:a16="http://schemas.microsoft.com/office/drawing/2014/main" id="{470AD60A-7F17-4319-954E-75F5B403ED76}"/>
              </a:ext>
            </a:extLst>
          </p:cNvPr>
          <p:cNvSpPr>
            <a:spLocks noGrp="1"/>
          </p:cNvSpPr>
          <p:nvPr>
            <p:ph sz="quarter" idx="15" hasCustomPrompt="1"/>
          </p:nvPr>
        </p:nvSpPr>
        <p:spPr>
          <a:xfrm>
            <a:off x="8707440" y="382588"/>
            <a:ext cx="1945217" cy="1776412"/>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161440553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Photo Layout 9">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A8CF4032-7337-4CD7-9023-66A295B8BB17}"/>
              </a:ext>
            </a:extLst>
          </p:cNvPr>
          <p:cNvSpPr>
            <a:spLocks noGrp="1"/>
          </p:cNvSpPr>
          <p:nvPr>
            <p:ph type="pic" sz="quarter" idx="10"/>
          </p:nvPr>
        </p:nvSpPr>
        <p:spPr>
          <a:xfrm>
            <a:off x="511176" y="2227264"/>
            <a:ext cx="2971801" cy="1773237"/>
          </a:xfrm>
        </p:spPr>
        <p:txBody>
          <a:bodyPr/>
          <a:lstStyle>
            <a:lvl1pPr>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FA683CB5-8592-4C6F-8FB2-2BC3BC730742}"/>
              </a:ext>
            </a:extLst>
          </p:cNvPr>
          <p:cNvSpPr>
            <a:spLocks noGrp="1"/>
          </p:cNvSpPr>
          <p:nvPr>
            <p:ph sz="quarter" idx="11" hasCustomPrompt="1"/>
          </p:nvPr>
        </p:nvSpPr>
        <p:spPr>
          <a:xfrm>
            <a:off x="511176" y="382588"/>
            <a:ext cx="1950720" cy="1776412"/>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1A724142-6E8A-400D-9290-420F84CBC41D}"/>
              </a:ext>
            </a:extLst>
          </p:cNvPr>
          <p:cNvSpPr>
            <a:spLocks noGrp="1"/>
          </p:cNvSpPr>
          <p:nvPr>
            <p:ph type="pic" sz="quarter" idx="12"/>
          </p:nvPr>
        </p:nvSpPr>
        <p:spPr>
          <a:xfrm>
            <a:off x="4610101" y="2227264"/>
            <a:ext cx="2971800" cy="1773237"/>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7" name="Content Placeholder 2">
            <a:extLst>
              <a:ext uri="{FF2B5EF4-FFF2-40B4-BE49-F238E27FC236}">
                <a16:creationId xmlns:a16="http://schemas.microsoft.com/office/drawing/2014/main" id="{609965F0-607A-4013-A22C-5D6A13818A71}"/>
              </a:ext>
            </a:extLst>
          </p:cNvPr>
          <p:cNvSpPr>
            <a:spLocks noGrp="1"/>
          </p:cNvSpPr>
          <p:nvPr>
            <p:ph sz="quarter" idx="13" hasCustomPrompt="1"/>
          </p:nvPr>
        </p:nvSpPr>
        <p:spPr>
          <a:xfrm>
            <a:off x="4610100" y="382588"/>
            <a:ext cx="1947861" cy="1776412"/>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
        <p:nvSpPr>
          <p:cNvPr id="5" name="Picture Placeholder 3">
            <a:extLst>
              <a:ext uri="{FF2B5EF4-FFF2-40B4-BE49-F238E27FC236}">
                <a16:creationId xmlns:a16="http://schemas.microsoft.com/office/drawing/2014/main" id="{5E306714-E926-4DD9-BBE5-131B471B1D3C}"/>
              </a:ext>
            </a:extLst>
          </p:cNvPr>
          <p:cNvSpPr>
            <a:spLocks noGrp="1"/>
          </p:cNvSpPr>
          <p:nvPr>
            <p:ph type="pic" sz="quarter" idx="14"/>
          </p:nvPr>
        </p:nvSpPr>
        <p:spPr>
          <a:xfrm>
            <a:off x="8707439" y="2227265"/>
            <a:ext cx="2971800" cy="1773237"/>
          </a:xfrm>
        </p:spPr>
        <p:txBody>
          <a:bodyPr/>
          <a:lstStyle>
            <a:lvl1pPr marL="0" marR="0" indent="0" defTabSz="914400" eaLnBrk="1" fontAlgn="auto" latinLnBrk="0" hangingPunct="1">
              <a:lnSpc>
                <a:spcPct val="100000"/>
              </a:lnSpc>
              <a:spcBef>
                <a:spcPts val="1200"/>
              </a:spcBef>
              <a:spcAft>
                <a:spcPts val="1200"/>
              </a:spcAft>
              <a:buClrTx/>
              <a:buSzTx/>
              <a:buFontTx/>
              <a:buNone/>
              <a:tabLst/>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9" name="Content Placeholder 3">
            <a:extLst>
              <a:ext uri="{FF2B5EF4-FFF2-40B4-BE49-F238E27FC236}">
                <a16:creationId xmlns:a16="http://schemas.microsoft.com/office/drawing/2014/main" id="{470AD60A-7F17-4319-954E-75F5B403ED76}"/>
              </a:ext>
            </a:extLst>
          </p:cNvPr>
          <p:cNvSpPr>
            <a:spLocks noGrp="1"/>
          </p:cNvSpPr>
          <p:nvPr>
            <p:ph sz="quarter" idx="15" hasCustomPrompt="1"/>
          </p:nvPr>
        </p:nvSpPr>
        <p:spPr>
          <a:xfrm>
            <a:off x="8707439" y="382588"/>
            <a:ext cx="1947861" cy="1776412"/>
          </a:xfrm>
        </p:spPr>
        <p:txBody>
          <a:bodyPr anchor="t" anchorCtr="0"/>
          <a:lstStyle>
            <a:lvl1pPr>
              <a:spcBef>
                <a:spcPts val="600"/>
              </a:spcBef>
              <a:spcAft>
                <a:spcPts val="0"/>
              </a:spcAft>
              <a:defRPr lang="en-US" sz="1200" dirty="0" smtClean="0">
                <a:solidFill>
                  <a:schemeClr val="tx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tx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tx1"/>
                </a:solidFill>
                <a:latin typeface="+mn-lt"/>
                <a:ea typeface="+mn-ea"/>
                <a:cs typeface="+mn-cs"/>
              </a:defRPr>
            </a:lvl3pPr>
            <a:lvl4pPr marL="356616">
              <a:spcBef>
                <a:spcPts val="0"/>
              </a:spcBef>
              <a:spcAft>
                <a:spcPts val="300"/>
              </a:spcAft>
              <a:defRPr lang="en-US" sz="105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41673706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_ Dark Photo Layout 1">
    <p:bg>
      <p:bgPr>
        <a:solidFill>
          <a:srgbClr val="012A2D"/>
        </a:solidFill>
        <a:effectLst/>
      </p:bgPr>
    </p:bg>
    <p:spTree>
      <p:nvGrpSpPr>
        <p:cNvPr id="1" name=""/>
        <p:cNvGrpSpPr/>
        <p:nvPr/>
      </p:nvGrpSpPr>
      <p:grpSpPr>
        <a:xfrm>
          <a:off x="0" y="0"/>
          <a:ext cx="0" cy="0"/>
          <a:chOff x="0" y="0"/>
          <a:chExt cx="0" cy="0"/>
        </a:xfrm>
      </p:grpSpPr>
      <p:sp>
        <p:nvSpPr>
          <p:cNvPr id="8" name="Page Number">
            <a:extLst>
              <a:ext uri="{FF2B5EF4-FFF2-40B4-BE49-F238E27FC236}">
                <a16:creationId xmlns:a16="http://schemas.microsoft.com/office/drawing/2014/main" id="{C98E66F1-6DBC-420B-A0A4-9CCF2CCB2A0A}"/>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
        <p:nvSpPr>
          <p:cNvPr id="7" name="Left Footer">
            <a:extLst>
              <a:ext uri="{FF2B5EF4-FFF2-40B4-BE49-F238E27FC236}">
                <a16:creationId xmlns:a16="http://schemas.microsoft.com/office/drawing/2014/main" id="{EAE2558A-5E81-4613-BD4F-4F510C334C43}"/>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452438"/>
            <a:ext cx="9119659" cy="5951537"/>
          </a:xfrm>
        </p:spPr>
        <p:txBody>
          <a:bodyPr/>
          <a:lstStyle>
            <a:lvl1pPr>
              <a:defRPr>
                <a:solidFill>
                  <a:schemeClr val="bg1"/>
                </a:solidFill>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10244139" y="4105275"/>
            <a:ext cx="1436687" cy="2298699"/>
          </a:xfrm>
        </p:spPr>
        <p:txBody>
          <a:bodyPr anchor="b"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31119588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_Dark Photo Layout 2">
    <p:bg>
      <p:bgPr>
        <a:solidFill>
          <a:srgbClr val="012A2D"/>
        </a:solidFill>
        <a:effectLst/>
      </p:bgPr>
    </p:bg>
    <p:spTree>
      <p:nvGrpSpPr>
        <p:cNvPr id="1" name=""/>
        <p:cNvGrpSpPr/>
        <p:nvPr/>
      </p:nvGrpSpPr>
      <p:grpSpPr>
        <a:xfrm>
          <a:off x="0" y="0"/>
          <a:ext cx="0" cy="0"/>
          <a:chOff x="0" y="0"/>
          <a:chExt cx="0" cy="0"/>
        </a:xfrm>
      </p:grpSpPr>
      <p:sp>
        <p:nvSpPr>
          <p:cNvPr id="8" name="Page Number">
            <a:extLst>
              <a:ext uri="{FF2B5EF4-FFF2-40B4-BE49-F238E27FC236}">
                <a16:creationId xmlns:a16="http://schemas.microsoft.com/office/drawing/2014/main" id="{C98E66F1-6DBC-420B-A0A4-9CCF2CCB2A0A}"/>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
        <p:nvSpPr>
          <p:cNvPr id="7" name="Left Footer">
            <a:extLst>
              <a:ext uri="{FF2B5EF4-FFF2-40B4-BE49-F238E27FC236}">
                <a16:creationId xmlns:a16="http://schemas.microsoft.com/office/drawing/2014/main" id="{EAE2558A-5E81-4613-BD4F-4F510C334C43}"/>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4" y="2232025"/>
            <a:ext cx="3992033" cy="4240213"/>
          </a:xfrm>
        </p:spPr>
        <p:txBody>
          <a:bodyPr/>
          <a:lstStyle>
            <a:lvl1pPr>
              <a:defRPr>
                <a:solidFill>
                  <a:schemeClr val="bg1"/>
                </a:solidFill>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6" y="352426"/>
            <a:ext cx="1946275" cy="179889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6144686" y="0"/>
            <a:ext cx="6047317" cy="6858000"/>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2556933" y="352425"/>
            <a:ext cx="1946275" cy="1798891"/>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243935763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_Dark Photo Layout 3">
    <p:bg>
      <p:bgPr>
        <a:solidFill>
          <a:srgbClr val="012A2D"/>
        </a:solidFill>
        <a:effectLst/>
      </p:bgPr>
    </p:bg>
    <p:spTree>
      <p:nvGrpSpPr>
        <p:cNvPr id="1" name=""/>
        <p:cNvGrpSpPr/>
        <p:nvPr/>
      </p:nvGrpSpPr>
      <p:grpSpPr>
        <a:xfrm>
          <a:off x="0" y="0"/>
          <a:ext cx="0" cy="0"/>
          <a:chOff x="0" y="0"/>
          <a:chExt cx="0" cy="0"/>
        </a:xfrm>
      </p:grpSpPr>
      <p:sp>
        <p:nvSpPr>
          <p:cNvPr id="8" name="Page Number">
            <a:extLst>
              <a:ext uri="{FF2B5EF4-FFF2-40B4-BE49-F238E27FC236}">
                <a16:creationId xmlns:a16="http://schemas.microsoft.com/office/drawing/2014/main" id="{C98E66F1-6DBC-420B-A0A4-9CCF2CCB2A0A}"/>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
        <p:nvSpPr>
          <p:cNvPr id="7" name="Left Footer">
            <a:extLst>
              <a:ext uri="{FF2B5EF4-FFF2-40B4-BE49-F238E27FC236}">
                <a16:creationId xmlns:a16="http://schemas.microsoft.com/office/drawing/2014/main" id="{EAE2558A-5E81-4613-BD4F-4F510C334C43}"/>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2847976"/>
            <a:ext cx="5534024" cy="3627435"/>
          </a:xfrm>
        </p:spPr>
        <p:txBody>
          <a:bodyPr/>
          <a:lstStyle>
            <a:lvl1pPr>
              <a:defRPr>
                <a:solidFill>
                  <a:schemeClr val="bg1"/>
                </a:solidFill>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6" y="382588"/>
            <a:ext cx="1947329" cy="177641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6146803" y="2847976"/>
            <a:ext cx="5534023" cy="3627436"/>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6146804" y="382588"/>
            <a:ext cx="1947329" cy="177641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305562566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_Dark Photo Layout 4">
    <p:bg>
      <p:bgPr>
        <a:solidFill>
          <a:srgbClr val="012A2D"/>
        </a:solidFill>
        <a:effectLst/>
      </p:bgPr>
    </p:bg>
    <p:spTree>
      <p:nvGrpSpPr>
        <p:cNvPr id="1" name=""/>
        <p:cNvGrpSpPr/>
        <p:nvPr/>
      </p:nvGrpSpPr>
      <p:grpSpPr>
        <a:xfrm>
          <a:off x="0" y="0"/>
          <a:ext cx="0" cy="0"/>
          <a:chOff x="0" y="0"/>
          <a:chExt cx="0" cy="0"/>
        </a:xfrm>
      </p:grpSpPr>
      <p:sp>
        <p:nvSpPr>
          <p:cNvPr id="8" name="Page Number">
            <a:extLst>
              <a:ext uri="{FF2B5EF4-FFF2-40B4-BE49-F238E27FC236}">
                <a16:creationId xmlns:a16="http://schemas.microsoft.com/office/drawing/2014/main" id="{C98E66F1-6DBC-420B-A0A4-9CCF2CCB2A0A}"/>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
        <p:nvSpPr>
          <p:cNvPr id="7" name="Left Footer">
            <a:extLst>
              <a:ext uri="{FF2B5EF4-FFF2-40B4-BE49-F238E27FC236}">
                <a16:creationId xmlns:a16="http://schemas.microsoft.com/office/drawing/2014/main" id="{EAE2558A-5E81-4613-BD4F-4F510C334C43}"/>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3" y="382524"/>
            <a:ext cx="4011168" cy="3008376"/>
          </a:xfrm>
        </p:spPr>
        <p:txBody>
          <a:bodyPr/>
          <a:lstStyle>
            <a:lvl1pPr>
              <a:defRPr>
                <a:solidFill>
                  <a:schemeClr val="bg1"/>
                </a:solidFill>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4607983" y="382524"/>
            <a:ext cx="1438656" cy="2395728"/>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7681384" y="382524"/>
            <a:ext cx="4011168" cy="3008376"/>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6144471" y="382524"/>
            <a:ext cx="1438656" cy="2395728"/>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5" name="Picture Placeholder 3">
            <a:extLst>
              <a:ext uri="{FF2B5EF4-FFF2-40B4-BE49-F238E27FC236}">
                <a16:creationId xmlns:a16="http://schemas.microsoft.com/office/drawing/2014/main" id="{5D3782D6-4F01-4CAB-9D0C-BDEA972A9280}"/>
              </a:ext>
            </a:extLst>
          </p:cNvPr>
          <p:cNvSpPr>
            <a:spLocks noGrp="1"/>
          </p:cNvSpPr>
          <p:nvPr>
            <p:ph type="pic" sz="quarter" idx="14"/>
          </p:nvPr>
        </p:nvSpPr>
        <p:spPr>
          <a:xfrm>
            <a:off x="511173" y="3463925"/>
            <a:ext cx="4011168" cy="3008376"/>
          </a:xfrm>
        </p:spPr>
        <p:txBody>
          <a:bodyPr/>
          <a:lstStyle>
            <a:lvl1pPr>
              <a:defRPr>
                <a:solidFill>
                  <a:schemeClr val="bg1"/>
                </a:solidFill>
              </a:defRPr>
            </a:lvl1pPr>
          </a:lstStyle>
          <a:p>
            <a:r>
              <a:rPr lang="en-US"/>
              <a:t>Click icon to add picture</a:t>
            </a:r>
            <a:endParaRPr lang="en-GB" dirty="0"/>
          </a:p>
        </p:txBody>
      </p:sp>
      <p:sp>
        <p:nvSpPr>
          <p:cNvPr id="11" name="Content Placeholder 3">
            <a:extLst>
              <a:ext uri="{FF2B5EF4-FFF2-40B4-BE49-F238E27FC236}">
                <a16:creationId xmlns:a16="http://schemas.microsoft.com/office/drawing/2014/main" id="{2521220F-8C54-4B2A-98AC-2B999019F3E3}"/>
              </a:ext>
            </a:extLst>
          </p:cNvPr>
          <p:cNvSpPr>
            <a:spLocks noGrp="1"/>
          </p:cNvSpPr>
          <p:nvPr>
            <p:ph sz="quarter" idx="15" hasCustomPrompt="1"/>
          </p:nvPr>
        </p:nvSpPr>
        <p:spPr>
          <a:xfrm>
            <a:off x="4607983" y="3463925"/>
            <a:ext cx="1438656" cy="2395728"/>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10" name="Content Placeholder 4">
            <a:extLst>
              <a:ext uri="{FF2B5EF4-FFF2-40B4-BE49-F238E27FC236}">
                <a16:creationId xmlns:a16="http://schemas.microsoft.com/office/drawing/2014/main" id="{CA28E25F-7240-45CB-90E7-877309F80A79}"/>
              </a:ext>
            </a:extLst>
          </p:cNvPr>
          <p:cNvSpPr>
            <a:spLocks noGrp="1"/>
          </p:cNvSpPr>
          <p:nvPr>
            <p:ph sz="quarter" idx="16" hasCustomPrompt="1"/>
          </p:nvPr>
        </p:nvSpPr>
        <p:spPr>
          <a:xfrm>
            <a:off x="6144471" y="3463925"/>
            <a:ext cx="1438656" cy="2395728"/>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13" name="Picture Placeholder 4">
            <a:extLst>
              <a:ext uri="{FF2B5EF4-FFF2-40B4-BE49-F238E27FC236}">
                <a16:creationId xmlns:a16="http://schemas.microsoft.com/office/drawing/2014/main" id="{5A4EAC89-642E-4AA0-990C-49DD3A6FDF15}"/>
              </a:ext>
            </a:extLst>
          </p:cNvPr>
          <p:cNvSpPr>
            <a:spLocks noGrp="1"/>
          </p:cNvSpPr>
          <p:nvPr>
            <p:ph type="pic" sz="quarter" idx="17"/>
          </p:nvPr>
        </p:nvSpPr>
        <p:spPr>
          <a:xfrm>
            <a:off x="7681384" y="3463925"/>
            <a:ext cx="4011168" cy="3008376"/>
          </a:xfrm>
        </p:spPr>
        <p:txBody>
          <a:bodyPr/>
          <a:lstStyle>
            <a:lvl1pPr>
              <a:defRPr>
                <a:solidFill>
                  <a:schemeClr val="bg1"/>
                </a:solidFill>
              </a:defRPr>
            </a:lvl1pPr>
          </a:lstStyle>
          <a:p>
            <a:r>
              <a:rPr lang="en-US"/>
              <a:t>Click icon to add picture</a:t>
            </a:r>
            <a:endParaRPr lang="en-GB" dirty="0"/>
          </a:p>
        </p:txBody>
      </p:sp>
    </p:spTree>
    <p:extLst>
      <p:ext uri="{BB962C8B-B14F-4D97-AF65-F5344CB8AC3E}">
        <p14:creationId xmlns:p14="http://schemas.microsoft.com/office/powerpoint/2010/main" val="379556142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1_Dark Photo Layout 5">
    <p:bg>
      <p:bgPr>
        <a:solidFill>
          <a:srgbClr val="012A2D"/>
        </a:solidFill>
        <a:effectLst/>
      </p:bgPr>
    </p:bg>
    <p:spTree>
      <p:nvGrpSpPr>
        <p:cNvPr id="1" name=""/>
        <p:cNvGrpSpPr/>
        <p:nvPr/>
      </p:nvGrpSpPr>
      <p:grpSpPr>
        <a:xfrm>
          <a:off x="0" y="0"/>
          <a:ext cx="0" cy="0"/>
          <a:chOff x="0" y="0"/>
          <a:chExt cx="0" cy="0"/>
        </a:xfrm>
      </p:grpSpPr>
      <p:sp>
        <p:nvSpPr>
          <p:cNvPr id="8" name="Page Number">
            <a:extLst>
              <a:ext uri="{FF2B5EF4-FFF2-40B4-BE49-F238E27FC236}">
                <a16:creationId xmlns:a16="http://schemas.microsoft.com/office/drawing/2014/main" id="{C98E66F1-6DBC-420B-A0A4-9CCF2CCB2A0A}"/>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
        <p:nvSpPr>
          <p:cNvPr id="7" name="Left Footer">
            <a:extLst>
              <a:ext uri="{FF2B5EF4-FFF2-40B4-BE49-F238E27FC236}">
                <a16:creationId xmlns:a16="http://schemas.microsoft.com/office/drawing/2014/main" id="{EAE2558A-5E81-4613-BD4F-4F510C334C43}"/>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382589"/>
            <a:ext cx="5534024" cy="3621086"/>
          </a:xfrm>
        </p:spPr>
        <p:txBody>
          <a:bodyPr/>
          <a:lstStyle>
            <a:lvl1pPr>
              <a:defRPr>
                <a:solidFill>
                  <a:schemeClr val="bg1"/>
                </a:solidFill>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6" y="4701680"/>
            <a:ext cx="1949483" cy="1770331"/>
          </a:xfrm>
        </p:spPr>
        <p:txBody>
          <a:bodyPr anchor="b"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6146805" y="382589"/>
            <a:ext cx="5534023" cy="3621087"/>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6146805" y="4697413"/>
            <a:ext cx="1947329" cy="1774825"/>
          </a:xfrm>
        </p:spPr>
        <p:txBody>
          <a:bodyPr anchor="b"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416476554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 Dark Photo Layout 6">
    <p:bg>
      <p:bgPr>
        <a:solidFill>
          <a:srgbClr val="012A2D"/>
        </a:solidFill>
        <a:effectLst/>
      </p:bgPr>
    </p:bg>
    <p:spTree>
      <p:nvGrpSpPr>
        <p:cNvPr id="1" name=""/>
        <p:cNvGrpSpPr/>
        <p:nvPr/>
      </p:nvGrpSpPr>
      <p:grpSpPr>
        <a:xfrm>
          <a:off x="0" y="0"/>
          <a:ext cx="0" cy="0"/>
          <a:chOff x="0" y="0"/>
          <a:chExt cx="0" cy="0"/>
        </a:xfrm>
      </p:grpSpPr>
      <p:sp>
        <p:nvSpPr>
          <p:cNvPr id="8" name="Page Number">
            <a:extLst>
              <a:ext uri="{FF2B5EF4-FFF2-40B4-BE49-F238E27FC236}">
                <a16:creationId xmlns:a16="http://schemas.microsoft.com/office/drawing/2014/main" id="{C98E66F1-6DBC-420B-A0A4-9CCF2CCB2A0A}"/>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
        <p:nvSpPr>
          <p:cNvPr id="7" name="Left Footer">
            <a:extLst>
              <a:ext uri="{FF2B5EF4-FFF2-40B4-BE49-F238E27FC236}">
                <a16:creationId xmlns:a16="http://schemas.microsoft.com/office/drawing/2014/main" id="{EAE2558A-5E81-4613-BD4F-4F510C334C43}"/>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3069167" y="384176"/>
            <a:ext cx="8611659" cy="6088062"/>
          </a:xfrm>
        </p:spPr>
        <p:txBody>
          <a:bodyPr/>
          <a:lstStyle>
            <a:lvl1pPr>
              <a:defRPr>
                <a:solidFill>
                  <a:schemeClr val="bg1"/>
                </a:solidFill>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6" y="1616076"/>
            <a:ext cx="1946275" cy="4856163"/>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44415236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_Dark Photo Layout 7">
    <p:bg>
      <p:bgPr>
        <a:solidFill>
          <a:srgbClr val="012A2D"/>
        </a:solidFill>
        <a:effectLst/>
      </p:bgPr>
    </p:bg>
    <p:spTree>
      <p:nvGrpSpPr>
        <p:cNvPr id="1" name=""/>
        <p:cNvGrpSpPr/>
        <p:nvPr/>
      </p:nvGrpSpPr>
      <p:grpSpPr>
        <a:xfrm>
          <a:off x="0" y="0"/>
          <a:ext cx="0" cy="0"/>
          <a:chOff x="0" y="0"/>
          <a:chExt cx="0" cy="0"/>
        </a:xfrm>
      </p:grpSpPr>
      <p:sp>
        <p:nvSpPr>
          <p:cNvPr id="8" name="Page Number">
            <a:extLst>
              <a:ext uri="{FF2B5EF4-FFF2-40B4-BE49-F238E27FC236}">
                <a16:creationId xmlns:a16="http://schemas.microsoft.com/office/drawing/2014/main" id="{C98E66F1-6DBC-420B-A0A4-9CCF2CCB2A0A}"/>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
        <p:nvSpPr>
          <p:cNvPr id="7" name="Left Footer">
            <a:extLst>
              <a:ext uri="{FF2B5EF4-FFF2-40B4-BE49-F238E27FC236}">
                <a16:creationId xmlns:a16="http://schemas.microsoft.com/office/drawing/2014/main" id="{EAE2558A-5E81-4613-BD4F-4F510C334C43}"/>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382589"/>
            <a:ext cx="3997325" cy="6091234"/>
          </a:xfrm>
        </p:spPr>
        <p:txBody>
          <a:bodyPr/>
          <a:lstStyle>
            <a:lvl1pPr>
              <a:defRPr>
                <a:solidFill>
                  <a:schemeClr val="bg1"/>
                </a:solidFill>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4610102" y="382589"/>
            <a:ext cx="1436687" cy="2395728"/>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7683501" y="382589"/>
            <a:ext cx="3997327" cy="6091234"/>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6146805" y="382589"/>
            <a:ext cx="1435100" cy="2395728"/>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225270804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1_Dark Photo Layout 8">
    <p:bg>
      <p:bgPr>
        <a:solidFill>
          <a:srgbClr val="012A2D"/>
        </a:solidFill>
        <a:effectLst/>
      </p:bgPr>
    </p:bg>
    <p:spTree>
      <p:nvGrpSpPr>
        <p:cNvPr id="1" name=""/>
        <p:cNvGrpSpPr/>
        <p:nvPr/>
      </p:nvGrpSpPr>
      <p:grpSpPr>
        <a:xfrm>
          <a:off x="0" y="0"/>
          <a:ext cx="0" cy="0"/>
          <a:chOff x="0" y="0"/>
          <a:chExt cx="0" cy="0"/>
        </a:xfrm>
      </p:grpSpPr>
      <p:sp>
        <p:nvSpPr>
          <p:cNvPr id="8" name="Page Number">
            <a:extLst>
              <a:ext uri="{FF2B5EF4-FFF2-40B4-BE49-F238E27FC236}">
                <a16:creationId xmlns:a16="http://schemas.microsoft.com/office/drawing/2014/main" id="{C98E66F1-6DBC-420B-A0A4-9CCF2CCB2A0A}"/>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
        <p:nvSpPr>
          <p:cNvPr id="7" name="Left Footer">
            <a:extLst>
              <a:ext uri="{FF2B5EF4-FFF2-40B4-BE49-F238E27FC236}">
                <a16:creationId xmlns:a16="http://schemas.microsoft.com/office/drawing/2014/main" id="{EAE2558A-5E81-4613-BD4F-4F510C334C43}"/>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2227263"/>
            <a:ext cx="2971800" cy="4245045"/>
          </a:xfrm>
        </p:spPr>
        <p:txBody>
          <a:bodyPr/>
          <a:lstStyle>
            <a:lvl1pPr>
              <a:defRPr>
                <a:solidFill>
                  <a:schemeClr val="bg1"/>
                </a:solidFill>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6" y="382583"/>
            <a:ext cx="1948427" cy="177668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4610100" y="2230372"/>
            <a:ext cx="2971800" cy="4241866"/>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4610100" y="382478"/>
            <a:ext cx="1946275" cy="1781193"/>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5" name="Picture Placeholder 3">
            <a:extLst>
              <a:ext uri="{FF2B5EF4-FFF2-40B4-BE49-F238E27FC236}">
                <a16:creationId xmlns:a16="http://schemas.microsoft.com/office/drawing/2014/main" id="{5D3782D6-4F01-4CAB-9D0C-BDEA972A9280}"/>
              </a:ext>
            </a:extLst>
          </p:cNvPr>
          <p:cNvSpPr>
            <a:spLocks noGrp="1"/>
          </p:cNvSpPr>
          <p:nvPr>
            <p:ph type="pic" sz="quarter" idx="14"/>
          </p:nvPr>
        </p:nvSpPr>
        <p:spPr>
          <a:xfrm>
            <a:off x="8709024" y="2227264"/>
            <a:ext cx="2971800" cy="4245045"/>
          </a:xfrm>
        </p:spPr>
        <p:txBody>
          <a:bodyPr/>
          <a:lstStyle>
            <a:lvl1pPr>
              <a:defRPr>
                <a:solidFill>
                  <a:schemeClr val="bg1"/>
                </a:solidFill>
              </a:defRPr>
            </a:lvl1pPr>
          </a:lstStyle>
          <a:p>
            <a:r>
              <a:rPr lang="en-US"/>
              <a:t>Click icon to add picture</a:t>
            </a:r>
            <a:endParaRPr lang="en-GB" dirty="0"/>
          </a:p>
        </p:txBody>
      </p:sp>
      <p:sp>
        <p:nvSpPr>
          <p:cNvPr id="11" name="Content Placeholder 3">
            <a:extLst>
              <a:ext uri="{FF2B5EF4-FFF2-40B4-BE49-F238E27FC236}">
                <a16:creationId xmlns:a16="http://schemas.microsoft.com/office/drawing/2014/main" id="{2521220F-8C54-4B2A-98AC-2B999019F3E3}"/>
              </a:ext>
            </a:extLst>
          </p:cNvPr>
          <p:cNvSpPr>
            <a:spLocks noGrp="1"/>
          </p:cNvSpPr>
          <p:nvPr>
            <p:ph sz="quarter" idx="15" hasCustomPrompt="1"/>
          </p:nvPr>
        </p:nvSpPr>
        <p:spPr>
          <a:xfrm>
            <a:off x="8709025" y="382588"/>
            <a:ext cx="1946275" cy="177641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34860323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1_Dark Photo Layout 9">
    <p:bg>
      <p:bgPr>
        <a:solidFill>
          <a:srgbClr val="012A2D"/>
        </a:solidFill>
        <a:effectLst/>
      </p:bgPr>
    </p:bg>
    <p:spTree>
      <p:nvGrpSpPr>
        <p:cNvPr id="1" name=""/>
        <p:cNvGrpSpPr/>
        <p:nvPr/>
      </p:nvGrpSpPr>
      <p:grpSpPr>
        <a:xfrm>
          <a:off x="0" y="0"/>
          <a:ext cx="0" cy="0"/>
          <a:chOff x="0" y="0"/>
          <a:chExt cx="0" cy="0"/>
        </a:xfrm>
      </p:grpSpPr>
      <p:sp>
        <p:nvSpPr>
          <p:cNvPr id="8" name="Page Number">
            <a:extLst>
              <a:ext uri="{FF2B5EF4-FFF2-40B4-BE49-F238E27FC236}">
                <a16:creationId xmlns:a16="http://schemas.microsoft.com/office/drawing/2014/main" id="{C98E66F1-6DBC-420B-A0A4-9CCF2CCB2A0A}"/>
              </a:ext>
            </a:extLst>
          </p:cNvPr>
          <p:cNvSpPr txBox="1"/>
          <p:nvPr userDrawn="1"/>
        </p:nvSpPr>
        <p:spPr>
          <a:xfrm>
            <a:off x="9234403" y="6545264"/>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bg1"/>
                </a:solidFill>
                <a:latin typeface="+mn-lt"/>
                <a:ea typeface="+mn-ea"/>
                <a:cs typeface="+mn-cs"/>
              </a:rPr>
              <a:pPr marL="0" algn="r" defTabSz="914400" rtl="0" eaLnBrk="1" latinLnBrk="0" hangingPunct="1"/>
              <a:t>‹#›</a:t>
            </a:fld>
            <a:endParaRPr lang="en-GB" sz="800" b="0" kern="1200" cap="none" baseline="0" dirty="0">
              <a:solidFill>
                <a:schemeClr val="bg1"/>
              </a:solidFill>
              <a:latin typeface="+mn-lt"/>
              <a:ea typeface="+mn-ea"/>
              <a:cs typeface="+mn-cs"/>
            </a:endParaRPr>
          </a:p>
        </p:txBody>
      </p:sp>
      <p:sp>
        <p:nvSpPr>
          <p:cNvPr id="7" name="Left Footer">
            <a:extLst>
              <a:ext uri="{FF2B5EF4-FFF2-40B4-BE49-F238E27FC236}">
                <a16:creationId xmlns:a16="http://schemas.microsoft.com/office/drawing/2014/main" id="{EAE2558A-5E81-4613-BD4F-4F510C334C43}"/>
              </a:ext>
            </a:extLst>
          </p:cNvPr>
          <p:cNvSpPr txBox="1"/>
          <p:nvPr userDrawn="1"/>
        </p:nvSpPr>
        <p:spPr>
          <a:xfrm>
            <a:off x="518991" y="6545264"/>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bg1"/>
                </a:solidFill>
                <a:latin typeface="+mn-lt"/>
                <a:ea typeface="+mn-ea"/>
                <a:cs typeface="+mn-cs"/>
              </a:rPr>
              <a:t>Confidential &amp; Proprietary | © </a:t>
            </a:r>
            <a:fld id="{F061BF3E-E373-4462-A69C-8D81E51D6A50}" type="datetimeyyyy">
              <a:rPr lang="en-GB" sz="800" b="0" kern="1200" cap="none" baseline="0" smtClean="0">
                <a:solidFill>
                  <a:schemeClr val="bg1"/>
                </a:solidFill>
                <a:latin typeface="+mn-lt"/>
                <a:ea typeface="+mn-ea"/>
                <a:cs typeface="+mn-cs"/>
              </a:rPr>
              <a:pPr marL="0" algn="l" defTabSz="914400" rtl="0" eaLnBrk="1" latinLnBrk="0" hangingPunct="1"/>
              <a:t>2026</a:t>
            </a:fld>
            <a:r>
              <a:rPr lang="en-GB" sz="800" b="0" kern="1200" cap="none" baseline="0">
                <a:solidFill>
                  <a:schemeClr val="bg1"/>
                </a:solidFill>
                <a:latin typeface="+mn-lt"/>
                <a:ea typeface="+mn-ea"/>
                <a:cs typeface="+mn-cs"/>
              </a:rPr>
              <a:t> CBRE, Inc.</a:t>
            </a:r>
            <a:endParaRPr lang="en-GB" sz="800" b="0" kern="1200" cap="none" baseline="0" dirty="0">
              <a:solidFill>
                <a:schemeClr val="bg1"/>
              </a:solidFill>
              <a:latin typeface="+mn-lt"/>
              <a:ea typeface="+mn-ea"/>
              <a:cs typeface="+mn-cs"/>
            </a:endParaRPr>
          </a:p>
        </p:txBody>
      </p:sp>
      <p:sp>
        <p:nvSpPr>
          <p:cNvPr id="4" name="Picture Placeholder 1">
            <a:extLst>
              <a:ext uri="{FF2B5EF4-FFF2-40B4-BE49-F238E27FC236}">
                <a16:creationId xmlns:a16="http://schemas.microsoft.com/office/drawing/2014/main" id="{1ED2B663-0A12-4E05-BFF4-4B98F51E00AD}"/>
              </a:ext>
            </a:extLst>
          </p:cNvPr>
          <p:cNvSpPr>
            <a:spLocks noGrp="1"/>
          </p:cNvSpPr>
          <p:nvPr>
            <p:ph type="pic" sz="quarter" idx="10"/>
          </p:nvPr>
        </p:nvSpPr>
        <p:spPr>
          <a:xfrm>
            <a:off x="511175" y="2227264"/>
            <a:ext cx="2971800" cy="1773237"/>
          </a:xfrm>
        </p:spPr>
        <p:txBody>
          <a:bodyPr/>
          <a:lstStyle>
            <a:lvl1pPr>
              <a:defRPr>
                <a:solidFill>
                  <a:schemeClr val="bg1"/>
                </a:solidFill>
              </a:defRPr>
            </a:lvl1pPr>
          </a:lstStyle>
          <a:p>
            <a:r>
              <a:rPr lang="en-US"/>
              <a:t>Click icon to add picture</a:t>
            </a:r>
            <a:endParaRPr lang="en-GB" dirty="0"/>
          </a:p>
        </p:txBody>
      </p:sp>
      <p:sp>
        <p:nvSpPr>
          <p:cNvPr id="6" name="Content Placeholder 1">
            <a:extLst>
              <a:ext uri="{FF2B5EF4-FFF2-40B4-BE49-F238E27FC236}">
                <a16:creationId xmlns:a16="http://schemas.microsoft.com/office/drawing/2014/main" id="{7CED3D3F-E05A-43E8-8434-506C9DB8CBD0}"/>
              </a:ext>
            </a:extLst>
          </p:cNvPr>
          <p:cNvSpPr>
            <a:spLocks noGrp="1"/>
          </p:cNvSpPr>
          <p:nvPr>
            <p:ph sz="quarter" idx="11" hasCustomPrompt="1"/>
          </p:nvPr>
        </p:nvSpPr>
        <p:spPr>
          <a:xfrm>
            <a:off x="511175" y="382588"/>
            <a:ext cx="1946275" cy="177641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3" name="Picture Placeholder 2">
            <a:extLst>
              <a:ext uri="{FF2B5EF4-FFF2-40B4-BE49-F238E27FC236}">
                <a16:creationId xmlns:a16="http://schemas.microsoft.com/office/drawing/2014/main" id="{8EC09833-8A7C-41EA-9003-4BEABFE05487}"/>
              </a:ext>
            </a:extLst>
          </p:cNvPr>
          <p:cNvSpPr>
            <a:spLocks noGrp="1"/>
          </p:cNvSpPr>
          <p:nvPr>
            <p:ph type="pic" sz="quarter" idx="12"/>
          </p:nvPr>
        </p:nvSpPr>
        <p:spPr>
          <a:xfrm>
            <a:off x="4610100" y="2230375"/>
            <a:ext cx="2971800" cy="1771909"/>
          </a:xfrm>
        </p:spPr>
        <p:txBody>
          <a:bodyPr/>
          <a:lstStyle>
            <a:lvl1pPr marL="0" marR="0" indent="0" defTabSz="914400" eaLnBrk="1" fontAlgn="auto" latinLnBrk="0" hangingPunct="1">
              <a:lnSpc>
                <a:spcPct val="100000"/>
              </a:lnSpc>
              <a:spcBef>
                <a:spcPts val="1200"/>
              </a:spcBef>
              <a:spcAft>
                <a:spcPts val="1200"/>
              </a:spcAft>
              <a:buClrTx/>
              <a:buSzTx/>
              <a:buFontTx/>
              <a:buNone/>
              <a:tabLst/>
              <a:defRPr>
                <a:solidFill>
                  <a:schemeClr val="bg1"/>
                </a:solidFill>
              </a:defRPr>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US"/>
              <a:t>Click icon to add picture</a:t>
            </a:r>
            <a:endParaRPr lang="en-GB" dirty="0"/>
          </a:p>
        </p:txBody>
      </p:sp>
      <p:sp>
        <p:nvSpPr>
          <p:cNvPr id="9" name="Content Placeholder 2">
            <a:extLst>
              <a:ext uri="{FF2B5EF4-FFF2-40B4-BE49-F238E27FC236}">
                <a16:creationId xmlns:a16="http://schemas.microsoft.com/office/drawing/2014/main" id="{AADCA376-C974-4830-84A4-5CF228EA4B7A}"/>
              </a:ext>
            </a:extLst>
          </p:cNvPr>
          <p:cNvSpPr>
            <a:spLocks noGrp="1"/>
          </p:cNvSpPr>
          <p:nvPr>
            <p:ph sz="quarter" idx="13" hasCustomPrompt="1"/>
          </p:nvPr>
        </p:nvSpPr>
        <p:spPr>
          <a:xfrm>
            <a:off x="4610100" y="382588"/>
            <a:ext cx="1946275" cy="177641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
        <p:nvSpPr>
          <p:cNvPr id="5" name="Picture Placeholder 3">
            <a:extLst>
              <a:ext uri="{FF2B5EF4-FFF2-40B4-BE49-F238E27FC236}">
                <a16:creationId xmlns:a16="http://schemas.microsoft.com/office/drawing/2014/main" id="{5D3782D6-4F01-4CAB-9D0C-BDEA972A9280}"/>
              </a:ext>
            </a:extLst>
          </p:cNvPr>
          <p:cNvSpPr>
            <a:spLocks noGrp="1"/>
          </p:cNvSpPr>
          <p:nvPr>
            <p:ph type="pic" sz="quarter" idx="14"/>
          </p:nvPr>
        </p:nvSpPr>
        <p:spPr>
          <a:xfrm>
            <a:off x="8709024" y="2227265"/>
            <a:ext cx="2971800" cy="1773237"/>
          </a:xfrm>
        </p:spPr>
        <p:txBody>
          <a:bodyPr/>
          <a:lstStyle>
            <a:lvl1pPr>
              <a:defRPr>
                <a:solidFill>
                  <a:schemeClr val="bg1"/>
                </a:solidFill>
              </a:defRPr>
            </a:lvl1pPr>
          </a:lstStyle>
          <a:p>
            <a:r>
              <a:rPr lang="en-US"/>
              <a:t>Click icon to add picture</a:t>
            </a:r>
            <a:endParaRPr lang="en-GB" dirty="0"/>
          </a:p>
        </p:txBody>
      </p:sp>
      <p:sp>
        <p:nvSpPr>
          <p:cNvPr id="11" name="Content Placeholder 3">
            <a:extLst>
              <a:ext uri="{FF2B5EF4-FFF2-40B4-BE49-F238E27FC236}">
                <a16:creationId xmlns:a16="http://schemas.microsoft.com/office/drawing/2014/main" id="{2521220F-8C54-4B2A-98AC-2B999019F3E3}"/>
              </a:ext>
            </a:extLst>
          </p:cNvPr>
          <p:cNvSpPr>
            <a:spLocks noGrp="1"/>
          </p:cNvSpPr>
          <p:nvPr>
            <p:ph sz="quarter" idx="15" hasCustomPrompt="1"/>
          </p:nvPr>
        </p:nvSpPr>
        <p:spPr>
          <a:xfrm>
            <a:off x="8709025" y="382588"/>
            <a:ext cx="1946275" cy="1776412"/>
          </a:xfrm>
        </p:spPr>
        <p:txBody>
          <a:bodyPr anchor="t" anchorCtr="0"/>
          <a:lstStyle>
            <a:lvl1pPr>
              <a:spcBef>
                <a:spcPts val="600"/>
              </a:spcBef>
              <a:spcAft>
                <a:spcPts val="0"/>
              </a:spcAft>
              <a:defRPr lang="en-US" sz="1200" dirty="0" smtClean="0">
                <a:solidFill>
                  <a:schemeClr val="bg1"/>
                </a:solidFill>
                <a:latin typeface="Calibre Semibold" panose="020B0703030202060203" pitchFamily="34" charset="0"/>
                <a:ea typeface="+mn-ea"/>
                <a:cs typeface="+mn-cs"/>
              </a:defRPr>
            </a:lvl1pPr>
            <a:lvl2pPr>
              <a:spcBef>
                <a:spcPts val="0"/>
              </a:spcBef>
              <a:spcAft>
                <a:spcPts val="300"/>
              </a:spcAft>
              <a:defRPr lang="en-US" sz="1050" dirty="0" smtClean="0">
                <a:solidFill>
                  <a:schemeClr val="bg1"/>
                </a:solidFill>
                <a:latin typeface="+mn-lt"/>
                <a:ea typeface="+mn-ea"/>
                <a:cs typeface="+mn-cs"/>
              </a:defRPr>
            </a:lvl2pPr>
            <a:lvl3pPr marL="171450" indent="-171450">
              <a:spcBef>
                <a:spcPts val="0"/>
              </a:spcBef>
              <a:spcAft>
                <a:spcPts val="300"/>
              </a:spcAft>
              <a:buFont typeface="Calibre" panose="020B0503030202060203" pitchFamily="34" charset="0"/>
              <a:buChar char="–"/>
              <a:defRPr lang="en-US" sz="1050" dirty="0" smtClean="0">
                <a:solidFill>
                  <a:schemeClr val="bg1"/>
                </a:solidFill>
                <a:latin typeface="+mn-lt"/>
                <a:ea typeface="+mn-ea"/>
                <a:cs typeface="+mn-cs"/>
              </a:defRPr>
            </a:lvl3pPr>
            <a:lvl4pPr marL="356616">
              <a:spcBef>
                <a:spcPts val="0"/>
              </a:spcBef>
              <a:spcAft>
                <a:spcPts val="300"/>
              </a:spcAft>
              <a:buClr>
                <a:schemeClr val="bg1"/>
              </a:buClr>
              <a:defRPr lang="en-US" sz="1050" b="0" dirty="0" smtClean="0">
                <a:solidFill>
                  <a:schemeClr val="bg1"/>
                </a:solidFill>
                <a:latin typeface="+mn-lt"/>
                <a:ea typeface="+mn-ea"/>
                <a:cs typeface="+mn-cs"/>
              </a:defRPr>
            </a:lvl4pPr>
            <a:lvl5pPr marL="0" indent="0">
              <a:spcBef>
                <a:spcPts val="600"/>
              </a:spcBef>
              <a:spcAft>
                <a:spcPts val="0"/>
              </a:spcAft>
              <a:buFontTx/>
              <a:buNone/>
              <a:defRPr lang="en-US" sz="1200" dirty="0" smtClean="0">
                <a:solidFill>
                  <a:schemeClr val="bg1"/>
                </a:solidFill>
                <a:latin typeface="Calibre Semibold" panose="020B07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Sub heading</a:t>
            </a:r>
          </a:p>
          <a:p>
            <a:pPr lvl="1"/>
            <a:r>
              <a:rPr lang="en-GB"/>
              <a:t>Text</a:t>
            </a:r>
            <a:endParaRPr lang="en-GB" dirty="0"/>
          </a:p>
        </p:txBody>
      </p:sp>
    </p:spTree>
    <p:extLst>
      <p:ext uri="{BB962C8B-B14F-4D97-AF65-F5344CB8AC3E}">
        <p14:creationId xmlns:p14="http://schemas.microsoft.com/office/powerpoint/2010/main" val="422067230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Column Intro">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5" y="3463926"/>
            <a:ext cx="2458508" cy="3008312"/>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16600"/>
            <a:ext cx="8092440" cy="4855638"/>
          </a:xfrm>
        </p:spPr>
        <p:txBody>
          <a:bodyPr/>
          <a:lstStyle>
            <a:lvl1pPr marL="0" indent="536575">
              <a:spcBef>
                <a:spcPts val="0"/>
              </a:spcBef>
              <a:spcAft>
                <a:spcPts val="600"/>
              </a:spcAf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8">
            <a:extLst>
              <a:ext uri="{FF2B5EF4-FFF2-40B4-BE49-F238E27FC236}">
                <a16:creationId xmlns:a16="http://schemas.microsoft.com/office/drawing/2014/main" id="{61BDC400-87AA-49BA-B26A-3CB343BDEB92}"/>
              </a:ext>
            </a:extLst>
          </p:cNvPr>
          <p:cNvSpPr>
            <a:spLocks noGrp="1"/>
          </p:cNvSpPr>
          <p:nvPr>
            <p:ph type="title"/>
          </p:nvPr>
        </p:nvSpPr>
        <p:spPr>
          <a:xfrm>
            <a:off x="511177" y="1616600"/>
            <a:ext cx="2971391" cy="1232552"/>
          </a:xfrm>
        </p:spPr>
        <p:txBody>
          <a:bodyPr/>
          <a:lstStyle/>
          <a:p>
            <a:r>
              <a:rPr lang="en-US"/>
              <a:t>Click to edit Master title style</a:t>
            </a:r>
            <a:endParaRPr lang="en-GB" dirty="0"/>
          </a:p>
        </p:txBody>
      </p:sp>
    </p:spTree>
    <p:extLst>
      <p:ext uri="{BB962C8B-B14F-4D97-AF65-F5344CB8AC3E}">
        <p14:creationId xmlns:p14="http://schemas.microsoft.com/office/powerpoint/2010/main" val="387549345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Column + Subheading">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16600"/>
            <a:ext cx="8092440" cy="4855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8" y="927100"/>
            <a:ext cx="2971800" cy="615950"/>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4" name="Title 3">
            <a:extLst>
              <a:ext uri="{FF2B5EF4-FFF2-40B4-BE49-F238E27FC236}">
                <a16:creationId xmlns:a16="http://schemas.microsoft.com/office/drawing/2014/main" id="{CD64427A-CF9A-4EEF-87E0-986068838B4B}"/>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364134144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 Column Full Content Area">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350520"/>
            <a:ext cx="8092440" cy="6121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a:extLst>
              <a:ext uri="{FF2B5EF4-FFF2-40B4-BE49-F238E27FC236}">
                <a16:creationId xmlns:a16="http://schemas.microsoft.com/office/drawing/2014/main" id="{0D79618A-D477-4243-8A85-2BE01F9CD436}"/>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08845102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16599"/>
            <a:ext cx="3484691"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2">
            <a:extLst>
              <a:ext uri="{FF2B5EF4-FFF2-40B4-BE49-F238E27FC236}">
                <a16:creationId xmlns:a16="http://schemas.microsoft.com/office/drawing/2014/main" id="{062DCBD7-5BF0-4732-A229-4209A8A6C7F1}"/>
              </a:ext>
            </a:extLst>
          </p:cNvPr>
          <p:cNvSpPr>
            <a:spLocks noGrp="1"/>
          </p:cNvSpPr>
          <p:nvPr>
            <p:ph sz="quarter" idx="13"/>
          </p:nvPr>
        </p:nvSpPr>
        <p:spPr>
          <a:xfrm>
            <a:off x="7683502" y="1616599"/>
            <a:ext cx="3482975"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a:extLst>
              <a:ext uri="{FF2B5EF4-FFF2-40B4-BE49-F238E27FC236}">
                <a16:creationId xmlns:a16="http://schemas.microsoft.com/office/drawing/2014/main" id="{D55F9319-09A4-42F9-ACD7-D35689D08664}"/>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10951558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 Column + Subheadings">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9" y="1616600"/>
            <a:ext cx="3997452"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9" y="927100"/>
            <a:ext cx="3986633"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7683500" y="1616600"/>
            <a:ext cx="3995739"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7683499" y="927100"/>
            <a:ext cx="3986784"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4" name="Title 3">
            <a:extLst>
              <a:ext uri="{FF2B5EF4-FFF2-40B4-BE49-F238E27FC236}">
                <a16:creationId xmlns:a16="http://schemas.microsoft.com/office/drawing/2014/main" id="{9CE73B2C-79B2-4FDD-BE6F-223062C19661}"/>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36157092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 Column + Subheadings + Statement">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9" y="1616599"/>
            <a:ext cx="3997452"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9" y="927100"/>
            <a:ext cx="3986633"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7683500" y="1616599"/>
            <a:ext cx="1938528" cy="4855464"/>
          </a:xfrm>
        </p:spPr>
        <p:txBody>
          <a:bodyPr/>
          <a:lstStyle>
            <a:lvl1pPr>
              <a:defRPr lang="en-US" sz="1600" b="0" dirty="0">
                <a:solidFill>
                  <a:schemeClr val="tx1"/>
                </a:solidFill>
                <a:latin typeface="Calibre Semibold" panose="020B0703030202060203" pitchFamily="34" charset="0"/>
                <a:ea typeface="+mn-ea"/>
                <a:cs typeface="+mn-cs"/>
              </a:defRPr>
            </a:lvl1pPr>
            <a:lvl2pPr>
              <a:defRPr lang="en-US" sz="1200" dirty="0">
                <a:solidFill>
                  <a:schemeClr val="tx1"/>
                </a:solidFill>
                <a:latin typeface="+mn-lt"/>
                <a:ea typeface="+mn-ea"/>
                <a:cs typeface="+mn-cs"/>
              </a:defRPr>
            </a:lvl2pPr>
            <a:lvl3pPr marL="171450" indent="-171450">
              <a:buFont typeface="Calibre" panose="020B0503030202060203" pitchFamily="34" charset="0"/>
              <a:buChar char="–"/>
              <a:defRPr lang="en-US" sz="1200" dirty="0">
                <a:solidFill>
                  <a:schemeClr val="tx1"/>
                </a:solidFill>
                <a:latin typeface="+mn-lt"/>
                <a:ea typeface="+mn-ea"/>
                <a:cs typeface="+mn-cs"/>
              </a:defRPr>
            </a:lvl3pPr>
            <a:lvl4pPr marL="356616">
              <a:defRPr lang="en-US" sz="1200" b="0" dirty="0">
                <a:solidFill>
                  <a:schemeClr val="tx1"/>
                </a:solidFill>
                <a:latin typeface="+mn-lt"/>
                <a:ea typeface="+mn-ea"/>
                <a:cs typeface="+mn-cs"/>
              </a:defRPr>
            </a:lvl4pPr>
            <a:lvl5pPr marL="0" indent="0">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defRPr lang="en-US" sz="1050" b="0" dirty="0" smtClean="0">
                <a:solidFill>
                  <a:schemeClr val="tx1"/>
                </a:solidFill>
                <a:latin typeface="+mn-lt"/>
                <a:ea typeface="+mn-ea"/>
                <a:cs typeface="+mn-cs"/>
              </a:defRPr>
            </a:lvl7pPr>
            <a:lvl8pPr marL="171450" indent="-171450">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7683499" y="927100"/>
            <a:ext cx="3986784"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10" name="Content Placeholder 3">
            <a:extLst>
              <a:ext uri="{FF2B5EF4-FFF2-40B4-BE49-F238E27FC236}">
                <a16:creationId xmlns:a16="http://schemas.microsoft.com/office/drawing/2014/main" id="{BB682FBA-E10C-49A4-BDD6-259592864FE4}"/>
              </a:ext>
            </a:extLst>
          </p:cNvPr>
          <p:cNvSpPr>
            <a:spLocks noGrp="1"/>
          </p:cNvSpPr>
          <p:nvPr>
            <p:ph sz="quarter" idx="16"/>
          </p:nvPr>
        </p:nvSpPr>
        <p:spPr>
          <a:xfrm>
            <a:off x="9731755" y="1616599"/>
            <a:ext cx="1938528" cy="4855464"/>
          </a:xfrm>
        </p:spPr>
        <p:txBody>
          <a:bodyPr/>
          <a:lstStyle>
            <a:lvl1pPr>
              <a:defRPr lang="en-US" sz="1600" b="0" dirty="0">
                <a:solidFill>
                  <a:schemeClr val="tx1"/>
                </a:solidFill>
                <a:latin typeface="Calibre Semibold" panose="020B0703030202060203" pitchFamily="34" charset="0"/>
                <a:ea typeface="+mn-ea"/>
                <a:cs typeface="+mn-cs"/>
              </a:defRPr>
            </a:lvl1pPr>
            <a:lvl2pPr>
              <a:defRPr lang="en-US" sz="1200" dirty="0">
                <a:solidFill>
                  <a:schemeClr val="tx1"/>
                </a:solidFill>
                <a:latin typeface="+mn-lt"/>
                <a:ea typeface="+mn-ea"/>
                <a:cs typeface="+mn-cs"/>
              </a:defRPr>
            </a:lvl2pPr>
            <a:lvl3pPr marL="171450" indent="-171450">
              <a:buFont typeface="Calibre" panose="020B0503030202060203" pitchFamily="34" charset="0"/>
              <a:buChar char="–"/>
              <a:defRPr lang="en-US" sz="1200" dirty="0">
                <a:solidFill>
                  <a:schemeClr val="tx1"/>
                </a:solidFill>
                <a:latin typeface="+mn-lt"/>
                <a:ea typeface="+mn-ea"/>
                <a:cs typeface="+mn-cs"/>
              </a:defRPr>
            </a:lvl3pPr>
            <a:lvl4pPr marL="356616">
              <a:defRPr lang="en-US" sz="1200" b="0" dirty="0">
                <a:solidFill>
                  <a:schemeClr val="tx1"/>
                </a:solidFill>
                <a:latin typeface="+mn-lt"/>
                <a:ea typeface="+mn-ea"/>
                <a:cs typeface="+mn-cs"/>
              </a:defRPr>
            </a:lvl4pPr>
            <a:lvl5pPr marL="0" indent="0">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defRPr lang="en-US" sz="1050" b="0" dirty="0" smtClean="0">
                <a:solidFill>
                  <a:schemeClr val="tx1"/>
                </a:solidFill>
                <a:latin typeface="+mn-lt"/>
                <a:ea typeface="+mn-ea"/>
                <a:cs typeface="+mn-cs"/>
              </a:defRPr>
            </a:lvl7pPr>
            <a:lvl8pPr marL="171450" indent="-171450">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itle 3">
            <a:extLst>
              <a:ext uri="{FF2B5EF4-FFF2-40B4-BE49-F238E27FC236}">
                <a16:creationId xmlns:a16="http://schemas.microsoft.com/office/drawing/2014/main" id="{54C2C831-2E13-4A9D-A481-E8E3306A1171}"/>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381229002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 Subheadings + 2 Content">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2529840"/>
            <a:ext cx="1938528" cy="3942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9" y="927100"/>
            <a:ext cx="3986633"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5641460" y="2529840"/>
            <a:ext cx="1938528" cy="3942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7683499" y="927100"/>
            <a:ext cx="3986784"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4" name="Title 3">
            <a:extLst>
              <a:ext uri="{FF2B5EF4-FFF2-40B4-BE49-F238E27FC236}">
                <a16:creationId xmlns:a16="http://schemas.microsoft.com/office/drawing/2014/main" id="{9B61EBF3-2BC1-4AC1-A312-6C8204B5F88E}"/>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93583486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3 Column + Subheadings">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16599"/>
            <a:ext cx="2450592"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7" y="927100"/>
            <a:ext cx="2450592"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6146736" y="1616599"/>
            <a:ext cx="2450592"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6145943" y="927100"/>
            <a:ext cx="2450592"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10" name="Content Placeholder 3">
            <a:extLst>
              <a:ext uri="{FF2B5EF4-FFF2-40B4-BE49-F238E27FC236}">
                <a16:creationId xmlns:a16="http://schemas.microsoft.com/office/drawing/2014/main" id="{96F8CE7E-C8FD-42CD-9FE2-33854B67611D}"/>
              </a:ext>
            </a:extLst>
          </p:cNvPr>
          <p:cNvSpPr>
            <a:spLocks noGrp="1"/>
          </p:cNvSpPr>
          <p:nvPr>
            <p:ph sz="quarter" idx="16"/>
          </p:nvPr>
        </p:nvSpPr>
        <p:spPr>
          <a:xfrm>
            <a:off x="8709024" y="1616599"/>
            <a:ext cx="2450592"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Subheading Placeholder 3">
            <a:extLst>
              <a:ext uri="{FF2B5EF4-FFF2-40B4-BE49-F238E27FC236}">
                <a16:creationId xmlns:a16="http://schemas.microsoft.com/office/drawing/2014/main" id="{8D649D2F-7D7D-4802-A705-A08201E6D24D}"/>
              </a:ext>
            </a:extLst>
          </p:cNvPr>
          <p:cNvSpPr>
            <a:spLocks noGrp="1"/>
          </p:cNvSpPr>
          <p:nvPr>
            <p:ph type="body" sz="quarter" idx="17" hasCustomPrompt="1"/>
          </p:nvPr>
        </p:nvSpPr>
        <p:spPr>
          <a:xfrm>
            <a:off x="8707439" y="927100"/>
            <a:ext cx="2450592"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4" name="Title 3">
            <a:extLst>
              <a:ext uri="{FF2B5EF4-FFF2-40B4-BE49-F238E27FC236}">
                <a16:creationId xmlns:a16="http://schemas.microsoft.com/office/drawing/2014/main" id="{F6D355BA-8CF1-4D4F-B3F7-3E71D49F1889}"/>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26260455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 Column + Footnotes">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350520"/>
            <a:ext cx="2450592" cy="427386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Subtext Placeholder 1">
            <a:extLst>
              <a:ext uri="{FF2B5EF4-FFF2-40B4-BE49-F238E27FC236}">
                <a16:creationId xmlns:a16="http://schemas.microsoft.com/office/drawing/2014/main" id="{6C390E93-FB47-4508-8D69-B4A57B26C511}"/>
              </a:ext>
            </a:extLst>
          </p:cNvPr>
          <p:cNvSpPr>
            <a:spLocks noGrp="1"/>
          </p:cNvSpPr>
          <p:nvPr>
            <p:ph type="body" sz="quarter" idx="15"/>
          </p:nvPr>
        </p:nvSpPr>
        <p:spPr>
          <a:xfrm>
            <a:off x="3584448" y="4697414"/>
            <a:ext cx="2450592" cy="1774889"/>
          </a:xfrm>
          <a:solidFill>
            <a:schemeClr val="accent3">
              <a:alpha val="30000"/>
            </a:schemeClr>
          </a:solidFill>
        </p:spPr>
        <p:txBody>
          <a:bodyPr lIns="73152" bIns="73152"/>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a:extLst>
              <a:ext uri="{FF2B5EF4-FFF2-40B4-BE49-F238E27FC236}">
                <a16:creationId xmlns:a16="http://schemas.microsoft.com/office/drawing/2014/main" id="{062DCBD7-5BF0-4732-A229-4209A8A6C7F1}"/>
              </a:ext>
            </a:extLst>
          </p:cNvPr>
          <p:cNvSpPr>
            <a:spLocks noGrp="1"/>
          </p:cNvSpPr>
          <p:nvPr>
            <p:ph sz="quarter" idx="13"/>
          </p:nvPr>
        </p:nvSpPr>
        <p:spPr>
          <a:xfrm>
            <a:off x="6145943" y="350520"/>
            <a:ext cx="2450592" cy="427386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Subtext Placeholder 2">
            <a:extLst>
              <a:ext uri="{FF2B5EF4-FFF2-40B4-BE49-F238E27FC236}">
                <a16:creationId xmlns:a16="http://schemas.microsoft.com/office/drawing/2014/main" id="{9CB3A31D-1A3D-45AF-840F-64EED0DF25A0}"/>
              </a:ext>
            </a:extLst>
          </p:cNvPr>
          <p:cNvSpPr>
            <a:spLocks noGrp="1"/>
          </p:cNvSpPr>
          <p:nvPr>
            <p:ph type="body" sz="quarter" idx="16"/>
          </p:nvPr>
        </p:nvSpPr>
        <p:spPr>
          <a:xfrm>
            <a:off x="6145943" y="4697414"/>
            <a:ext cx="2450592" cy="1774889"/>
          </a:xfrm>
          <a:solidFill>
            <a:schemeClr val="accent3">
              <a:alpha val="30000"/>
            </a:schemeClr>
          </a:solidFill>
        </p:spPr>
        <p:txBody>
          <a:bodyPr lIns="73152" bIns="73152"/>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Content Placeholder 3">
            <a:extLst>
              <a:ext uri="{FF2B5EF4-FFF2-40B4-BE49-F238E27FC236}">
                <a16:creationId xmlns:a16="http://schemas.microsoft.com/office/drawing/2014/main" id="{88CABEE8-2F23-4BF8-BA5A-3753F2156D11}"/>
              </a:ext>
            </a:extLst>
          </p:cNvPr>
          <p:cNvSpPr>
            <a:spLocks noGrp="1"/>
          </p:cNvSpPr>
          <p:nvPr>
            <p:ph sz="quarter" idx="14"/>
          </p:nvPr>
        </p:nvSpPr>
        <p:spPr>
          <a:xfrm>
            <a:off x="8707439" y="350520"/>
            <a:ext cx="2450592" cy="427386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Subtext Placeholder 3">
            <a:extLst>
              <a:ext uri="{FF2B5EF4-FFF2-40B4-BE49-F238E27FC236}">
                <a16:creationId xmlns:a16="http://schemas.microsoft.com/office/drawing/2014/main" id="{4CF881C7-C1D5-4173-84A6-6FBF2971565A}"/>
              </a:ext>
            </a:extLst>
          </p:cNvPr>
          <p:cNvSpPr>
            <a:spLocks noGrp="1"/>
          </p:cNvSpPr>
          <p:nvPr>
            <p:ph type="body" sz="quarter" idx="17"/>
          </p:nvPr>
        </p:nvSpPr>
        <p:spPr>
          <a:xfrm>
            <a:off x="8707439" y="4697414"/>
            <a:ext cx="2450592" cy="1774889"/>
          </a:xfrm>
          <a:solidFill>
            <a:schemeClr val="accent3">
              <a:alpha val="30000"/>
            </a:schemeClr>
          </a:solidFill>
        </p:spPr>
        <p:txBody>
          <a:bodyPr lIns="73152" bIns="73152"/>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itle 3">
            <a:extLst>
              <a:ext uri="{FF2B5EF4-FFF2-40B4-BE49-F238E27FC236}">
                <a16:creationId xmlns:a16="http://schemas.microsoft.com/office/drawing/2014/main" id="{49AB7F6E-0F31-4A1B-9B6B-ABBF7FFD9051}"/>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86420094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3 Image Column">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7" y="3390901"/>
            <a:ext cx="2450592" cy="3081402"/>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7" y="927100"/>
            <a:ext cx="2450592"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12" name="Picture Placeholder 1">
            <a:extLst>
              <a:ext uri="{FF2B5EF4-FFF2-40B4-BE49-F238E27FC236}">
                <a16:creationId xmlns:a16="http://schemas.microsoft.com/office/drawing/2014/main" id="{8E24196C-EDCF-4421-93F5-2F0FC09A0AC8}"/>
              </a:ext>
            </a:extLst>
          </p:cNvPr>
          <p:cNvSpPr>
            <a:spLocks noGrp="1"/>
          </p:cNvSpPr>
          <p:nvPr>
            <p:ph type="pic" sz="quarter" idx="18"/>
          </p:nvPr>
        </p:nvSpPr>
        <p:spPr>
          <a:xfrm>
            <a:off x="3584447" y="1616600"/>
            <a:ext cx="2450592" cy="1685400"/>
          </a:xfrm>
        </p:spPr>
        <p:txBody>
          <a:bodyPr/>
          <a:lstStyle/>
          <a:p>
            <a:r>
              <a:rPr lang="en-US"/>
              <a:t>Click icon to add picture</a:t>
            </a:r>
            <a:endParaRPr lang="en-US" dirty="0"/>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6146736" y="3390901"/>
            <a:ext cx="2450592" cy="3081402"/>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6145943" y="927100"/>
            <a:ext cx="2450592"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15" name="Picture Placeholder 2">
            <a:extLst>
              <a:ext uri="{FF2B5EF4-FFF2-40B4-BE49-F238E27FC236}">
                <a16:creationId xmlns:a16="http://schemas.microsoft.com/office/drawing/2014/main" id="{47A2DD19-B20B-483D-8660-233B1AD6C184}"/>
              </a:ext>
            </a:extLst>
          </p:cNvPr>
          <p:cNvSpPr>
            <a:spLocks noGrp="1"/>
          </p:cNvSpPr>
          <p:nvPr>
            <p:ph type="pic" sz="quarter" idx="19"/>
          </p:nvPr>
        </p:nvSpPr>
        <p:spPr>
          <a:xfrm>
            <a:off x="6145943" y="1616600"/>
            <a:ext cx="2450592" cy="1685400"/>
          </a:xfrm>
        </p:spPr>
        <p:txBody>
          <a:bodyPr/>
          <a:lstStyle/>
          <a:p>
            <a:r>
              <a:rPr lang="en-US"/>
              <a:t>Click icon to add picture</a:t>
            </a:r>
            <a:endParaRPr lang="en-US" dirty="0"/>
          </a:p>
        </p:txBody>
      </p:sp>
      <p:sp>
        <p:nvSpPr>
          <p:cNvPr id="10" name="Content Placeholder 3">
            <a:extLst>
              <a:ext uri="{FF2B5EF4-FFF2-40B4-BE49-F238E27FC236}">
                <a16:creationId xmlns:a16="http://schemas.microsoft.com/office/drawing/2014/main" id="{96F8CE7E-C8FD-42CD-9FE2-33854B67611D}"/>
              </a:ext>
            </a:extLst>
          </p:cNvPr>
          <p:cNvSpPr>
            <a:spLocks noGrp="1"/>
          </p:cNvSpPr>
          <p:nvPr>
            <p:ph sz="quarter" idx="16"/>
          </p:nvPr>
        </p:nvSpPr>
        <p:spPr>
          <a:xfrm>
            <a:off x="8709024" y="3390901"/>
            <a:ext cx="2450592" cy="3081402"/>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Subheading Placeholder 3">
            <a:extLst>
              <a:ext uri="{FF2B5EF4-FFF2-40B4-BE49-F238E27FC236}">
                <a16:creationId xmlns:a16="http://schemas.microsoft.com/office/drawing/2014/main" id="{8D649D2F-7D7D-4802-A705-A08201E6D24D}"/>
              </a:ext>
            </a:extLst>
          </p:cNvPr>
          <p:cNvSpPr>
            <a:spLocks noGrp="1"/>
          </p:cNvSpPr>
          <p:nvPr>
            <p:ph type="body" sz="quarter" idx="17" hasCustomPrompt="1"/>
          </p:nvPr>
        </p:nvSpPr>
        <p:spPr>
          <a:xfrm>
            <a:off x="8707439" y="927100"/>
            <a:ext cx="2450592"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17" name="Picture Placeholder 3">
            <a:extLst>
              <a:ext uri="{FF2B5EF4-FFF2-40B4-BE49-F238E27FC236}">
                <a16:creationId xmlns:a16="http://schemas.microsoft.com/office/drawing/2014/main" id="{F87E57F0-BBA5-46F3-8D80-066C33EA828B}"/>
              </a:ext>
            </a:extLst>
          </p:cNvPr>
          <p:cNvSpPr>
            <a:spLocks noGrp="1"/>
          </p:cNvSpPr>
          <p:nvPr>
            <p:ph type="pic" sz="quarter" idx="20"/>
          </p:nvPr>
        </p:nvSpPr>
        <p:spPr>
          <a:xfrm>
            <a:off x="8707439" y="1616600"/>
            <a:ext cx="2450592" cy="1685400"/>
          </a:xfrm>
        </p:spPr>
        <p:txBody>
          <a:bodyPr/>
          <a:lstStyle/>
          <a:p>
            <a:r>
              <a:rPr lang="en-US"/>
              <a:t>Click icon to add picture</a:t>
            </a:r>
            <a:endParaRPr lang="en-US" dirty="0"/>
          </a:p>
        </p:txBody>
      </p:sp>
      <p:sp>
        <p:nvSpPr>
          <p:cNvPr id="4" name="Title 3">
            <a:extLst>
              <a:ext uri="{FF2B5EF4-FFF2-40B4-BE49-F238E27FC236}">
                <a16:creationId xmlns:a16="http://schemas.microsoft.com/office/drawing/2014/main" id="{3C8BD262-80D2-48AA-8987-7DEC1AB3B8CE}"/>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05214970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am 1">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hasCustomPrompt="1"/>
          </p:nvPr>
        </p:nvSpPr>
        <p:spPr>
          <a:xfrm>
            <a:off x="4096512" y="3429000"/>
            <a:ext cx="2048933" cy="2167128"/>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a:lvl3pPr>
            <a:lvl4pPr marL="0" indent="0">
              <a:spcBef>
                <a:spcPts val="0"/>
              </a:spcBef>
              <a:spcAft>
                <a:spcPts val="0"/>
              </a:spcAft>
              <a:buNone/>
              <a:defRPr/>
            </a:lvl4pPr>
            <a:lvl5pPr marL="0" indent="0">
              <a:spcBef>
                <a:spcPts val="0"/>
              </a:spcBef>
              <a:spcAft>
                <a:spcPts val="600"/>
              </a:spcAft>
              <a:buNone/>
              <a:defRPr>
                <a:latin typeface="Calibre Bold" panose="020B0803030202060203" pitchFamily="34" charset="0"/>
              </a:defRPr>
            </a:lvl5pPr>
            <a:lvl6pPr>
              <a:defRPr/>
            </a:lvl6pPr>
            <a:lvl7pPr>
              <a:defRPr/>
            </a:lvl7pPr>
            <a:lvl8pPr>
              <a:defRPr/>
            </a:lvl8pPr>
          </a:lstStyle>
          <a:p>
            <a:pPr lvl="0"/>
            <a:r>
              <a:rPr lang="en-GB"/>
              <a:t>industry</a:t>
            </a:r>
          </a:p>
          <a:p>
            <a:pPr lvl="1"/>
            <a:r>
              <a:rPr lang="en-GB"/>
              <a:t>Name Surname</a:t>
            </a:r>
          </a:p>
          <a:p>
            <a:pPr lvl="2"/>
            <a:r>
              <a:rPr lang="en-GB"/>
              <a:t>Job Title</a:t>
            </a:r>
          </a:p>
          <a:p>
            <a:pPr lvl="3"/>
            <a:r>
              <a:rPr lang="en-GB"/>
              <a:t>Phone number</a:t>
            </a:r>
          </a:p>
          <a:p>
            <a:pPr lvl="4"/>
            <a:r>
              <a:rPr lang="en-GB"/>
              <a:t>Fifth level</a:t>
            </a:r>
            <a:endParaRPr lang="en-GB" dirty="0"/>
          </a:p>
        </p:txBody>
      </p:sp>
      <p:sp>
        <p:nvSpPr>
          <p:cNvPr id="8" name="Content Placeholder 2">
            <a:extLst>
              <a:ext uri="{FF2B5EF4-FFF2-40B4-BE49-F238E27FC236}">
                <a16:creationId xmlns:a16="http://schemas.microsoft.com/office/drawing/2014/main" id="{D2379CBC-8487-4C2E-BD6D-CAC2DD1F0623}"/>
              </a:ext>
            </a:extLst>
          </p:cNvPr>
          <p:cNvSpPr>
            <a:spLocks noGrp="1"/>
          </p:cNvSpPr>
          <p:nvPr>
            <p:ph sz="quarter" idx="13" hasCustomPrompt="1"/>
          </p:nvPr>
        </p:nvSpPr>
        <p:spPr>
          <a:xfrm>
            <a:off x="6657975" y="3429000"/>
            <a:ext cx="2048933" cy="2167128"/>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a:lvl3pPr>
            <a:lvl4pPr marL="0" indent="0">
              <a:spcBef>
                <a:spcPts val="0"/>
              </a:spcBef>
              <a:spcAft>
                <a:spcPts val="0"/>
              </a:spcAft>
              <a:buNone/>
              <a:defRPr/>
            </a:lvl4pPr>
            <a:lvl5pPr marL="0" indent="0">
              <a:spcBef>
                <a:spcPts val="0"/>
              </a:spcBef>
              <a:spcAft>
                <a:spcPts val="600"/>
              </a:spcAft>
              <a:buNone/>
              <a:defRPr>
                <a:latin typeface="Calibre Bold" panose="020B0803030202060203" pitchFamily="34" charset="0"/>
              </a:defRPr>
            </a:lvl5pPr>
            <a:lvl6pPr>
              <a:defRPr/>
            </a:lvl6pPr>
            <a:lvl7pPr>
              <a:defRPr/>
            </a:lvl7pPr>
            <a:lvl8pPr>
              <a:defRPr/>
            </a:lvl8pPr>
          </a:lstStyle>
          <a:p>
            <a:pPr lvl="0"/>
            <a:r>
              <a:rPr lang="en-GB"/>
              <a:t>industry</a:t>
            </a:r>
          </a:p>
          <a:p>
            <a:pPr lvl="1"/>
            <a:r>
              <a:rPr lang="en-GB"/>
              <a:t>Name Surname</a:t>
            </a:r>
          </a:p>
          <a:p>
            <a:pPr lvl="2"/>
            <a:r>
              <a:rPr lang="en-GB"/>
              <a:t>Job Title</a:t>
            </a:r>
          </a:p>
          <a:p>
            <a:pPr lvl="3"/>
            <a:r>
              <a:rPr lang="en-GB"/>
              <a:t>Phone number</a:t>
            </a:r>
          </a:p>
          <a:p>
            <a:pPr lvl="4"/>
            <a:r>
              <a:rPr lang="en-GB"/>
              <a:t>Fifth level</a:t>
            </a:r>
            <a:endParaRPr lang="en-GB" dirty="0"/>
          </a:p>
        </p:txBody>
      </p:sp>
      <p:sp>
        <p:nvSpPr>
          <p:cNvPr id="10" name="Content Placeholder 3">
            <a:extLst>
              <a:ext uri="{FF2B5EF4-FFF2-40B4-BE49-F238E27FC236}">
                <a16:creationId xmlns:a16="http://schemas.microsoft.com/office/drawing/2014/main" id="{DD037744-B022-4244-8C34-B4E5304F9796}"/>
              </a:ext>
            </a:extLst>
          </p:cNvPr>
          <p:cNvSpPr>
            <a:spLocks noGrp="1"/>
          </p:cNvSpPr>
          <p:nvPr>
            <p:ph sz="quarter" idx="14" hasCustomPrompt="1"/>
          </p:nvPr>
        </p:nvSpPr>
        <p:spPr>
          <a:xfrm>
            <a:off x="9220200" y="3429000"/>
            <a:ext cx="2048933" cy="2167128"/>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a:lvl3pPr>
            <a:lvl4pPr marL="0" indent="0">
              <a:spcBef>
                <a:spcPts val="0"/>
              </a:spcBef>
              <a:spcAft>
                <a:spcPts val="0"/>
              </a:spcAft>
              <a:buNone/>
              <a:defRPr/>
            </a:lvl4pPr>
            <a:lvl5pPr marL="0" indent="0">
              <a:spcBef>
                <a:spcPts val="0"/>
              </a:spcBef>
              <a:spcAft>
                <a:spcPts val="600"/>
              </a:spcAft>
              <a:buNone/>
              <a:defRPr>
                <a:latin typeface="Calibre Bold" panose="020B0803030202060203" pitchFamily="34" charset="0"/>
              </a:defRPr>
            </a:lvl5pPr>
            <a:lvl6pPr>
              <a:defRPr/>
            </a:lvl6pPr>
            <a:lvl7pPr>
              <a:defRPr/>
            </a:lvl7pPr>
            <a:lvl8pPr>
              <a:defRPr/>
            </a:lvl8pPr>
          </a:lstStyle>
          <a:p>
            <a:pPr lvl="0"/>
            <a:r>
              <a:rPr lang="en-GB"/>
              <a:t>industry</a:t>
            </a:r>
          </a:p>
          <a:p>
            <a:pPr lvl="1"/>
            <a:r>
              <a:rPr lang="en-GB"/>
              <a:t>Name Surname</a:t>
            </a:r>
          </a:p>
          <a:p>
            <a:pPr lvl="2"/>
            <a:r>
              <a:rPr lang="en-GB"/>
              <a:t>Job Title</a:t>
            </a:r>
          </a:p>
          <a:p>
            <a:pPr lvl="3"/>
            <a:r>
              <a:rPr lang="en-GB"/>
              <a:t>Phone number</a:t>
            </a:r>
          </a:p>
          <a:p>
            <a:pPr lvl="4"/>
            <a:r>
              <a:rPr lang="en-GB"/>
              <a:t>Fifth level</a:t>
            </a:r>
            <a:endParaRPr lang="en-GB" dirty="0"/>
          </a:p>
        </p:txBody>
      </p:sp>
      <p:sp>
        <p:nvSpPr>
          <p:cNvPr id="12" name="Picture Placeholder 1">
            <a:extLst>
              <a:ext uri="{FF2B5EF4-FFF2-40B4-BE49-F238E27FC236}">
                <a16:creationId xmlns:a16="http://schemas.microsoft.com/office/drawing/2014/main" id="{5AB9DF88-7CDB-43A2-834C-9ADC604F94F2}"/>
              </a:ext>
            </a:extLst>
          </p:cNvPr>
          <p:cNvSpPr>
            <a:spLocks noGrp="1"/>
          </p:cNvSpPr>
          <p:nvPr>
            <p:ph type="pic" sz="quarter" idx="15"/>
          </p:nvPr>
        </p:nvSpPr>
        <p:spPr>
          <a:xfrm>
            <a:off x="4096512" y="1616600"/>
            <a:ext cx="1947333" cy="1250950"/>
          </a:xfrm>
        </p:spPr>
        <p:txBody>
          <a:bodyPr/>
          <a:lstStyle/>
          <a:p>
            <a:r>
              <a:rPr lang="en-US"/>
              <a:t>Click icon to add picture</a:t>
            </a:r>
            <a:endParaRPr lang="en-US" dirty="0"/>
          </a:p>
        </p:txBody>
      </p:sp>
      <p:sp>
        <p:nvSpPr>
          <p:cNvPr id="14" name="Picture Placeholder 2">
            <a:extLst>
              <a:ext uri="{FF2B5EF4-FFF2-40B4-BE49-F238E27FC236}">
                <a16:creationId xmlns:a16="http://schemas.microsoft.com/office/drawing/2014/main" id="{2A5DD4CB-DCEB-4140-ACD5-668399B80792}"/>
              </a:ext>
            </a:extLst>
          </p:cNvPr>
          <p:cNvSpPr>
            <a:spLocks noGrp="1"/>
          </p:cNvSpPr>
          <p:nvPr>
            <p:ph type="pic" sz="quarter" idx="16"/>
          </p:nvPr>
        </p:nvSpPr>
        <p:spPr>
          <a:xfrm>
            <a:off x="6657975" y="1616600"/>
            <a:ext cx="1947333" cy="1250950"/>
          </a:xfrm>
        </p:spPr>
        <p:txBody>
          <a:bodyPr/>
          <a:lstStyle/>
          <a:p>
            <a:r>
              <a:rPr lang="en-US"/>
              <a:t>Click icon to add picture</a:t>
            </a:r>
            <a:endParaRPr lang="en-US" dirty="0"/>
          </a:p>
        </p:txBody>
      </p:sp>
      <p:sp>
        <p:nvSpPr>
          <p:cNvPr id="16" name="Picture Placeholder 3">
            <a:extLst>
              <a:ext uri="{FF2B5EF4-FFF2-40B4-BE49-F238E27FC236}">
                <a16:creationId xmlns:a16="http://schemas.microsoft.com/office/drawing/2014/main" id="{4157720F-FE81-4879-BD1A-4B07F7CB2920}"/>
              </a:ext>
            </a:extLst>
          </p:cNvPr>
          <p:cNvSpPr>
            <a:spLocks noGrp="1"/>
          </p:cNvSpPr>
          <p:nvPr>
            <p:ph type="pic" sz="quarter" idx="17"/>
          </p:nvPr>
        </p:nvSpPr>
        <p:spPr>
          <a:xfrm>
            <a:off x="9220200" y="1616600"/>
            <a:ext cx="1947333" cy="1250950"/>
          </a:xfrm>
        </p:spPr>
        <p:txBody>
          <a:bodyPr/>
          <a:lstStyle/>
          <a:p>
            <a:r>
              <a:rPr lang="en-US"/>
              <a:t>Click icon to add picture</a:t>
            </a:r>
            <a:endParaRPr lang="en-US" dirty="0"/>
          </a:p>
        </p:txBody>
      </p:sp>
      <p:sp>
        <p:nvSpPr>
          <p:cNvPr id="9" name="Text Placeholder 1">
            <a:extLst>
              <a:ext uri="{FF2B5EF4-FFF2-40B4-BE49-F238E27FC236}">
                <a16:creationId xmlns:a16="http://schemas.microsoft.com/office/drawing/2014/main" id="{C64749C2-A985-44CA-AEFE-E548FAF5B3E6}"/>
              </a:ext>
            </a:extLst>
          </p:cNvPr>
          <p:cNvSpPr>
            <a:spLocks noGrp="1"/>
          </p:cNvSpPr>
          <p:nvPr userDrawn="1">
            <p:ph type="body" sz="quarter" idx="18" hasCustomPrompt="1"/>
          </p:nvPr>
        </p:nvSpPr>
        <p:spPr>
          <a:xfrm>
            <a:off x="4093505" y="6280278"/>
            <a:ext cx="2048932" cy="192024"/>
          </a:xfrm>
        </p:spPr>
        <p:txBody>
          <a:bodyPr rIns="0" anchor="b" anchorCtr="0"/>
          <a:lstStyle>
            <a:lvl1pPr>
              <a:defRPr sz="1200" b="1" cap="all" baseline="0">
                <a:latin typeface="+mn-lt"/>
              </a:defRPr>
            </a:lvl1pPr>
          </a:lstStyle>
          <a:p>
            <a:pPr lvl="0"/>
            <a:r>
              <a:rPr lang="en-GB"/>
              <a:t>Division name</a:t>
            </a:r>
            <a:endParaRPr lang="en-GB" dirty="0"/>
          </a:p>
        </p:txBody>
      </p:sp>
      <p:sp>
        <p:nvSpPr>
          <p:cNvPr id="18" name="Text Placeholder 2">
            <a:extLst>
              <a:ext uri="{FF2B5EF4-FFF2-40B4-BE49-F238E27FC236}">
                <a16:creationId xmlns:a16="http://schemas.microsoft.com/office/drawing/2014/main" id="{8705AF12-00A4-4943-8DFF-6065C6A5EC52}"/>
              </a:ext>
            </a:extLst>
          </p:cNvPr>
          <p:cNvSpPr>
            <a:spLocks noGrp="1"/>
          </p:cNvSpPr>
          <p:nvPr userDrawn="1">
            <p:ph type="body" sz="quarter" idx="19" hasCustomPrompt="1"/>
          </p:nvPr>
        </p:nvSpPr>
        <p:spPr>
          <a:xfrm>
            <a:off x="6144686" y="6280278"/>
            <a:ext cx="4748869" cy="192024"/>
          </a:xfrm>
        </p:spPr>
        <p:txBody>
          <a:bodyPr rIns="0" anchor="b" anchorCtr="0"/>
          <a:lstStyle>
            <a:lvl1pPr>
              <a:defRPr sz="1200">
                <a:latin typeface="Calibre" panose="020B0503030202060203" pitchFamily="34" charset="0"/>
              </a:defRPr>
            </a:lvl1pPr>
          </a:lstStyle>
          <a:p>
            <a:pPr lvl="0"/>
            <a:r>
              <a:rPr lang="en-GB"/>
              <a:t>Division address</a:t>
            </a:r>
            <a:endParaRPr lang="en-GB" dirty="0"/>
          </a:p>
        </p:txBody>
      </p:sp>
      <p:sp>
        <p:nvSpPr>
          <p:cNvPr id="4" name="Title 3">
            <a:extLst>
              <a:ext uri="{FF2B5EF4-FFF2-40B4-BE49-F238E27FC236}">
                <a16:creationId xmlns:a16="http://schemas.microsoft.com/office/drawing/2014/main" id="{21E57443-AC04-48D2-BE85-B0E01974B44E}"/>
              </a:ext>
            </a:extLst>
          </p:cNvPr>
          <p:cNvSpPr>
            <a:spLocks noGrp="1"/>
          </p:cNvSpPr>
          <p:nvPr>
            <p:ph type="title"/>
          </p:nvPr>
        </p:nvSpPr>
        <p:spPr>
          <a:xfrm>
            <a:off x="511177" y="1616600"/>
            <a:ext cx="2971391" cy="1232552"/>
          </a:xfrm>
        </p:spPr>
        <p:txBody>
          <a:bodyPr/>
          <a:lstStyle/>
          <a:p>
            <a:r>
              <a:rPr lang="en-US"/>
              <a:t>Click to edit Master title style</a:t>
            </a:r>
            <a:endParaRPr lang="en-GB" dirty="0"/>
          </a:p>
        </p:txBody>
      </p:sp>
    </p:spTree>
    <p:extLst>
      <p:ext uri="{BB962C8B-B14F-4D97-AF65-F5344CB8AC3E}">
        <p14:creationId xmlns:p14="http://schemas.microsoft.com/office/powerpoint/2010/main" val="108203782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Team 2">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92063"/>
            <a:ext cx="2462784" cy="291693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hasCustomPrompt="1"/>
          </p:nvPr>
        </p:nvSpPr>
        <p:spPr>
          <a:xfrm>
            <a:off x="5540185" y="401319"/>
            <a:ext cx="2048256" cy="1214755"/>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sz="1100"/>
            </a:lvl3pPr>
            <a:lvl4pPr marL="0" indent="0">
              <a:spcBef>
                <a:spcPts val="0"/>
              </a:spcBef>
              <a:spcAft>
                <a:spcPts val="0"/>
              </a:spcAft>
              <a:buNone/>
              <a:defRPr sz="1100"/>
            </a:lvl4pPr>
            <a:lvl5pPr marL="0" indent="0">
              <a:spcBef>
                <a:spcPts val="0"/>
              </a:spcBef>
              <a:spcAft>
                <a:spcPts val="600"/>
              </a:spcAft>
              <a:buNone/>
              <a:defRPr sz="1100">
                <a:latin typeface="Calibre Bold" panose="020B0803030202060203" pitchFamily="34" charset="0"/>
              </a:defRPr>
            </a:lvl5pPr>
            <a:lvl6pPr>
              <a:defRPr/>
            </a:lvl6pPr>
            <a:lvl7pPr>
              <a:defRPr/>
            </a:lvl7pPr>
            <a:lvl8pPr>
              <a:defRPr/>
            </a:lvl8pPr>
          </a:lstStyle>
          <a:p>
            <a:pPr lvl="0"/>
            <a:r>
              <a:rPr lang="en-GB"/>
              <a:t>industry</a:t>
            </a:r>
          </a:p>
          <a:p>
            <a:pPr lvl="1"/>
            <a:r>
              <a:rPr lang="en-GB"/>
              <a:t>Name Surname</a:t>
            </a:r>
          </a:p>
          <a:p>
            <a:pPr lvl="2"/>
            <a:r>
              <a:rPr lang="en-GB"/>
              <a:t>Job Title</a:t>
            </a:r>
          </a:p>
          <a:p>
            <a:pPr lvl="3"/>
            <a:r>
              <a:rPr lang="en-GB"/>
              <a:t>Phone number</a:t>
            </a:r>
          </a:p>
          <a:p>
            <a:pPr lvl="4"/>
            <a:r>
              <a:rPr lang="en-GB"/>
              <a:t>Fifth level</a:t>
            </a:r>
            <a:endParaRPr lang="en-GB" dirty="0"/>
          </a:p>
        </p:txBody>
      </p:sp>
      <p:sp>
        <p:nvSpPr>
          <p:cNvPr id="8" name="Content Placeholder 2">
            <a:extLst>
              <a:ext uri="{FF2B5EF4-FFF2-40B4-BE49-F238E27FC236}">
                <a16:creationId xmlns:a16="http://schemas.microsoft.com/office/drawing/2014/main" id="{D2379CBC-8487-4C2E-BD6D-CAC2DD1F0623}"/>
              </a:ext>
            </a:extLst>
          </p:cNvPr>
          <p:cNvSpPr>
            <a:spLocks noGrp="1"/>
          </p:cNvSpPr>
          <p:nvPr>
            <p:ph sz="quarter" idx="13" hasCustomPrompt="1"/>
          </p:nvPr>
        </p:nvSpPr>
        <p:spPr>
          <a:xfrm>
            <a:off x="9629775" y="401319"/>
            <a:ext cx="2048256" cy="1214755"/>
          </a:xfrm>
        </p:spPr>
        <p:txBody>
          <a:bodyPr tIns="0"/>
          <a:lstStyle>
            <a:lvl1pPr>
              <a:spcAft>
                <a:spcPts val="0"/>
              </a:spcAft>
              <a:defRPr sz="1000" cap="all" baseline="0">
                <a:latin typeface="+mn-lt"/>
              </a:defRPr>
            </a:lvl1pPr>
            <a:lvl2pPr>
              <a:spcAft>
                <a:spcPts val="1800"/>
              </a:spcAft>
              <a:defRPr sz="1400"/>
            </a:lvl2pPr>
            <a:lvl3pPr>
              <a:spcBef>
                <a:spcPts val="600"/>
              </a:spcBef>
              <a:spcAft>
                <a:spcPts val="0"/>
              </a:spcAft>
              <a:defRPr sz="1100"/>
            </a:lvl3pPr>
            <a:lvl4pPr marL="0" indent="0">
              <a:spcBef>
                <a:spcPts val="0"/>
              </a:spcBef>
              <a:spcAft>
                <a:spcPts val="0"/>
              </a:spcAft>
              <a:buNone/>
              <a:defRPr sz="1100"/>
            </a:lvl4pPr>
            <a:lvl5pPr marL="0" indent="0">
              <a:spcBef>
                <a:spcPts val="0"/>
              </a:spcBef>
              <a:spcAft>
                <a:spcPts val="600"/>
              </a:spcAft>
              <a:buNone/>
              <a:defRPr sz="1100">
                <a:latin typeface="Calibre Bold" panose="020B0803030202060203" pitchFamily="34" charset="0"/>
              </a:defRPr>
            </a:lvl5pPr>
            <a:lvl6pPr>
              <a:defRPr/>
            </a:lvl6pPr>
            <a:lvl7pPr>
              <a:defRPr/>
            </a:lvl7pPr>
            <a:lvl8pPr>
              <a:defRPr/>
            </a:lvl8pPr>
          </a:lstStyle>
          <a:p>
            <a:pPr lvl="0"/>
            <a:r>
              <a:rPr lang="en-GB"/>
              <a:t>industry</a:t>
            </a:r>
          </a:p>
          <a:p>
            <a:pPr lvl="1"/>
            <a:r>
              <a:rPr lang="en-GB"/>
              <a:t>Name Surname</a:t>
            </a:r>
          </a:p>
          <a:p>
            <a:pPr lvl="2"/>
            <a:r>
              <a:rPr lang="en-GB"/>
              <a:t>Job Title</a:t>
            </a:r>
          </a:p>
          <a:p>
            <a:pPr lvl="3"/>
            <a:r>
              <a:rPr lang="en-GB"/>
              <a:t>Phone number</a:t>
            </a:r>
          </a:p>
          <a:p>
            <a:pPr lvl="4"/>
            <a:r>
              <a:rPr lang="en-GB"/>
              <a:t>Fifth level</a:t>
            </a:r>
            <a:endParaRPr lang="en-GB" dirty="0"/>
          </a:p>
        </p:txBody>
      </p:sp>
      <p:sp>
        <p:nvSpPr>
          <p:cNvPr id="12" name="Picture Placeholder 1">
            <a:extLst>
              <a:ext uri="{FF2B5EF4-FFF2-40B4-BE49-F238E27FC236}">
                <a16:creationId xmlns:a16="http://schemas.microsoft.com/office/drawing/2014/main" id="{5AB9DF88-7CDB-43A2-834C-9ADC604F94F2}"/>
              </a:ext>
            </a:extLst>
          </p:cNvPr>
          <p:cNvSpPr>
            <a:spLocks noGrp="1"/>
          </p:cNvSpPr>
          <p:nvPr>
            <p:ph type="pic" sz="quarter" idx="15"/>
          </p:nvPr>
        </p:nvSpPr>
        <p:spPr>
          <a:xfrm>
            <a:off x="3601890" y="382588"/>
            <a:ext cx="1537759" cy="1157160"/>
          </a:xfrm>
        </p:spPr>
        <p:txBody>
          <a:bodyPr/>
          <a:lstStyle/>
          <a:p>
            <a:r>
              <a:rPr lang="en-US"/>
              <a:t>Click icon to add picture</a:t>
            </a:r>
            <a:endParaRPr lang="en-US" dirty="0"/>
          </a:p>
        </p:txBody>
      </p:sp>
      <p:sp>
        <p:nvSpPr>
          <p:cNvPr id="14" name="Picture Placeholder 2">
            <a:extLst>
              <a:ext uri="{FF2B5EF4-FFF2-40B4-BE49-F238E27FC236}">
                <a16:creationId xmlns:a16="http://schemas.microsoft.com/office/drawing/2014/main" id="{2A5DD4CB-DCEB-4140-ACD5-668399B80792}"/>
              </a:ext>
            </a:extLst>
          </p:cNvPr>
          <p:cNvSpPr>
            <a:spLocks noGrp="1"/>
          </p:cNvSpPr>
          <p:nvPr>
            <p:ph type="pic" sz="quarter" idx="16"/>
          </p:nvPr>
        </p:nvSpPr>
        <p:spPr>
          <a:xfrm>
            <a:off x="7691479" y="382588"/>
            <a:ext cx="1537759" cy="1157160"/>
          </a:xfrm>
        </p:spPr>
        <p:txBody>
          <a:bodyPr/>
          <a:lstStyle/>
          <a:p>
            <a:r>
              <a:rPr lang="en-US"/>
              <a:t>Click icon to add picture</a:t>
            </a:r>
            <a:endParaRPr lang="en-US" dirty="0"/>
          </a:p>
        </p:txBody>
      </p:sp>
      <p:sp>
        <p:nvSpPr>
          <p:cNvPr id="11" name="Content Placeholder 3">
            <a:extLst>
              <a:ext uri="{FF2B5EF4-FFF2-40B4-BE49-F238E27FC236}">
                <a16:creationId xmlns:a16="http://schemas.microsoft.com/office/drawing/2014/main" id="{554C6034-081A-4BFE-B2CE-602FEB37E894}"/>
              </a:ext>
            </a:extLst>
          </p:cNvPr>
          <p:cNvSpPr>
            <a:spLocks noGrp="1"/>
          </p:cNvSpPr>
          <p:nvPr>
            <p:ph sz="quarter" idx="20"/>
          </p:nvPr>
        </p:nvSpPr>
        <p:spPr>
          <a:xfrm>
            <a:off x="5540185" y="2159000"/>
            <a:ext cx="2048256" cy="431323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4">
            <a:extLst>
              <a:ext uri="{FF2B5EF4-FFF2-40B4-BE49-F238E27FC236}">
                <a16:creationId xmlns:a16="http://schemas.microsoft.com/office/drawing/2014/main" id="{67A48D65-8A27-42AE-A0D1-EE0630EC7252}"/>
              </a:ext>
            </a:extLst>
          </p:cNvPr>
          <p:cNvSpPr>
            <a:spLocks noGrp="1"/>
          </p:cNvSpPr>
          <p:nvPr>
            <p:ph sz="quarter" idx="21"/>
          </p:nvPr>
        </p:nvSpPr>
        <p:spPr>
          <a:xfrm>
            <a:off x="9629775" y="2159000"/>
            <a:ext cx="2048256" cy="431323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Subtext Placeholder 1">
            <a:extLst>
              <a:ext uri="{FF2B5EF4-FFF2-40B4-BE49-F238E27FC236}">
                <a16:creationId xmlns:a16="http://schemas.microsoft.com/office/drawing/2014/main" id="{12865E1C-6DA8-498A-81C7-FD8C577ABDB4}"/>
              </a:ext>
            </a:extLst>
          </p:cNvPr>
          <p:cNvSpPr>
            <a:spLocks noGrp="1"/>
          </p:cNvSpPr>
          <p:nvPr>
            <p:ph type="body" sz="quarter" idx="22" hasCustomPrompt="1"/>
          </p:nvPr>
        </p:nvSpPr>
        <p:spPr>
          <a:xfrm>
            <a:off x="3601890" y="2232026"/>
            <a:ext cx="1443673" cy="4240039"/>
          </a:xfrm>
        </p:spPr>
        <p:txBody>
          <a:bodyPr tIns="0"/>
          <a:lstStyle>
            <a:lvl1pPr>
              <a:spcBef>
                <a:spcPts val="1800"/>
              </a:spcBef>
              <a:spcAft>
                <a:spcPts val="0"/>
              </a:spcAft>
              <a:defRPr sz="900" b="1" cap="all" baseline="0">
                <a:latin typeface="Barlow Condensed" panose="00000506000000000000" pitchFamily="2" charset="0"/>
              </a:defRPr>
            </a:lvl1pPr>
            <a:lvl2pPr>
              <a:spcAft>
                <a:spcPts val="0"/>
              </a:spcAft>
              <a:defRPr sz="1050">
                <a:latin typeface="Barlow Condensed" panose="00000506000000000000" pitchFamily="2" charset="0"/>
              </a:defRPr>
            </a:lvl2pPr>
            <a:lvl3pPr marL="90488" indent="-90488">
              <a:spcBef>
                <a:spcPts val="0"/>
              </a:spcBef>
              <a:spcAft>
                <a:spcPts val="0"/>
              </a:spcAft>
              <a:buFont typeface="+mn-lt" panose="04000400000000000000" pitchFamily="82" charset="0"/>
              <a:buChar char="–"/>
              <a:defRPr sz="1050">
                <a:latin typeface="Barlow Condensed" panose="00000506000000000000" pitchFamily="2" charset="0"/>
              </a:defRPr>
            </a:lvl3pPr>
            <a:lvl5pPr>
              <a:defRPr>
                <a:latin typeface="Calibre Bold" panose="020B0803030202060203" pitchFamily="34" charset="0"/>
              </a:defRPr>
            </a:lvl5pPr>
          </a:lstStyle>
          <a:p>
            <a:pPr lvl="0"/>
            <a:r>
              <a:rPr lang="en-GB"/>
              <a:t>subheading</a:t>
            </a:r>
          </a:p>
          <a:p>
            <a:pPr lvl="1"/>
            <a:r>
              <a:rPr lang="en-GB"/>
              <a:t>Second level</a:t>
            </a:r>
          </a:p>
          <a:p>
            <a:pPr lvl="2"/>
            <a:r>
              <a:rPr lang="en-GB"/>
              <a:t>Third level</a:t>
            </a:r>
            <a:endParaRPr lang="en-GB" dirty="0"/>
          </a:p>
        </p:txBody>
      </p:sp>
      <p:sp>
        <p:nvSpPr>
          <p:cNvPr id="21" name="Subtext Placeholder 2">
            <a:extLst>
              <a:ext uri="{FF2B5EF4-FFF2-40B4-BE49-F238E27FC236}">
                <a16:creationId xmlns:a16="http://schemas.microsoft.com/office/drawing/2014/main" id="{C6251289-5F50-41B5-B26E-DBEFC133FB8A}"/>
              </a:ext>
            </a:extLst>
          </p:cNvPr>
          <p:cNvSpPr>
            <a:spLocks noGrp="1"/>
          </p:cNvSpPr>
          <p:nvPr>
            <p:ph type="body" sz="quarter" idx="23" hasCustomPrompt="1"/>
          </p:nvPr>
        </p:nvSpPr>
        <p:spPr>
          <a:xfrm>
            <a:off x="7691480" y="2232026"/>
            <a:ext cx="1443673" cy="4240039"/>
          </a:xfrm>
        </p:spPr>
        <p:txBody>
          <a:bodyPr tIns="0"/>
          <a:lstStyle>
            <a:lvl1pPr>
              <a:spcBef>
                <a:spcPts val="1800"/>
              </a:spcBef>
              <a:spcAft>
                <a:spcPts val="0"/>
              </a:spcAft>
              <a:defRPr sz="900" b="1" cap="all" baseline="0">
                <a:latin typeface="Barlow Condensed" panose="00000506000000000000" pitchFamily="2" charset="0"/>
              </a:defRPr>
            </a:lvl1pPr>
            <a:lvl2pPr>
              <a:spcAft>
                <a:spcPts val="0"/>
              </a:spcAft>
              <a:defRPr sz="1050">
                <a:latin typeface="Barlow Condensed" panose="00000506000000000000" pitchFamily="2" charset="0"/>
              </a:defRPr>
            </a:lvl2pPr>
            <a:lvl3pPr marL="90488" indent="-90488">
              <a:spcBef>
                <a:spcPts val="0"/>
              </a:spcBef>
              <a:spcAft>
                <a:spcPts val="0"/>
              </a:spcAft>
              <a:buFont typeface="+mn-lt" panose="04000400000000000000" pitchFamily="82" charset="0"/>
              <a:buChar char="–"/>
              <a:defRPr sz="1050">
                <a:latin typeface="Barlow Condensed" panose="00000506000000000000" pitchFamily="2" charset="0"/>
              </a:defRPr>
            </a:lvl3pPr>
            <a:lvl5pPr>
              <a:defRPr>
                <a:latin typeface="Calibre Bold" panose="020B0803030202060203" pitchFamily="34" charset="0"/>
              </a:defRPr>
            </a:lvl5pPr>
          </a:lstStyle>
          <a:p>
            <a:pPr lvl="0"/>
            <a:r>
              <a:rPr lang="en-GB"/>
              <a:t>subheading</a:t>
            </a:r>
          </a:p>
          <a:p>
            <a:pPr lvl="1"/>
            <a:r>
              <a:rPr lang="en-GB"/>
              <a:t>Second level</a:t>
            </a:r>
          </a:p>
          <a:p>
            <a:pPr lvl="2"/>
            <a:r>
              <a:rPr lang="en-GB"/>
              <a:t>Third level</a:t>
            </a:r>
            <a:endParaRPr lang="en-GB" dirty="0"/>
          </a:p>
        </p:txBody>
      </p:sp>
      <p:sp>
        <p:nvSpPr>
          <p:cNvPr id="4" name="Title 3">
            <a:extLst>
              <a:ext uri="{FF2B5EF4-FFF2-40B4-BE49-F238E27FC236}">
                <a16:creationId xmlns:a16="http://schemas.microsoft.com/office/drawing/2014/main" id="{E3F88EBC-9B7D-474A-BAC9-363530E8D0A2}"/>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67141037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2524761"/>
            <a:ext cx="1947672" cy="3947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2">
            <a:extLst>
              <a:ext uri="{FF2B5EF4-FFF2-40B4-BE49-F238E27FC236}">
                <a16:creationId xmlns:a16="http://schemas.microsoft.com/office/drawing/2014/main" id="{062DCBD7-5BF0-4732-A229-4209A8A6C7F1}"/>
              </a:ext>
            </a:extLst>
          </p:cNvPr>
          <p:cNvSpPr>
            <a:spLocks noGrp="1"/>
          </p:cNvSpPr>
          <p:nvPr>
            <p:ph sz="quarter" idx="13"/>
          </p:nvPr>
        </p:nvSpPr>
        <p:spPr>
          <a:xfrm>
            <a:off x="5631347" y="2524761"/>
            <a:ext cx="1947672" cy="3947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3">
            <a:extLst>
              <a:ext uri="{FF2B5EF4-FFF2-40B4-BE49-F238E27FC236}">
                <a16:creationId xmlns:a16="http://schemas.microsoft.com/office/drawing/2014/main" id="{9EADD532-B75A-4258-AC29-C8D025BF20A7}"/>
              </a:ext>
            </a:extLst>
          </p:cNvPr>
          <p:cNvSpPr>
            <a:spLocks noGrp="1"/>
          </p:cNvSpPr>
          <p:nvPr>
            <p:ph sz="quarter" idx="14"/>
          </p:nvPr>
        </p:nvSpPr>
        <p:spPr>
          <a:xfrm>
            <a:off x="7678244" y="2524761"/>
            <a:ext cx="1947672" cy="3947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4">
            <a:extLst>
              <a:ext uri="{FF2B5EF4-FFF2-40B4-BE49-F238E27FC236}">
                <a16:creationId xmlns:a16="http://schemas.microsoft.com/office/drawing/2014/main" id="{24BB281D-39A9-4C36-9770-9CE2852F74CE}"/>
              </a:ext>
            </a:extLst>
          </p:cNvPr>
          <p:cNvSpPr>
            <a:spLocks noGrp="1"/>
          </p:cNvSpPr>
          <p:nvPr>
            <p:ph sz="quarter" idx="15"/>
          </p:nvPr>
        </p:nvSpPr>
        <p:spPr>
          <a:xfrm>
            <a:off x="9725143" y="2524761"/>
            <a:ext cx="1947672" cy="39473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a:extLst>
              <a:ext uri="{FF2B5EF4-FFF2-40B4-BE49-F238E27FC236}">
                <a16:creationId xmlns:a16="http://schemas.microsoft.com/office/drawing/2014/main" id="{F3900749-C656-41D3-9CF6-3526BBF189CD}"/>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21554192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4 Column + 2 Subheadings">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16599"/>
            <a:ext cx="1947672"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9" y="927100"/>
            <a:ext cx="3986633"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5635245" y="1616599"/>
            <a:ext cx="1947672"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7683499" y="927100"/>
            <a:ext cx="3986784"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10" name="Content Placeholder 3">
            <a:extLst>
              <a:ext uri="{FF2B5EF4-FFF2-40B4-BE49-F238E27FC236}">
                <a16:creationId xmlns:a16="http://schemas.microsoft.com/office/drawing/2014/main" id="{BB682FBA-E10C-49A4-BDD6-259592864FE4}"/>
              </a:ext>
            </a:extLst>
          </p:cNvPr>
          <p:cNvSpPr>
            <a:spLocks noGrp="1"/>
          </p:cNvSpPr>
          <p:nvPr>
            <p:ph sz="quarter" idx="16"/>
          </p:nvPr>
        </p:nvSpPr>
        <p:spPr>
          <a:xfrm>
            <a:off x="7683500" y="1616599"/>
            <a:ext cx="1947672"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Content Placeholder 4">
            <a:extLst>
              <a:ext uri="{FF2B5EF4-FFF2-40B4-BE49-F238E27FC236}">
                <a16:creationId xmlns:a16="http://schemas.microsoft.com/office/drawing/2014/main" id="{492675E5-115E-49D4-9D4F-88FD98AD1529}"/>
              </a:ext>
            </a:extLst>
          </p:cNvPr>
          <p:cNvSpPr>
            <a:spLocks noGrp="1"/>
          </p:cNvSpPr>
          <p:nvPr>
            <p:ph sz="quarter" idx="17"/>
          </p:nvPr>
        </p:nvSpPr>
        <p:spPr>
          <a:xfrm>
            <a:off x="9722611" y="1616600"/>
            <a:ext cx="1947672"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a:extLst>
              <a:ext uri="{FF2B5EF4-FFF2-40B4-BE49-F238E27FC236}">
                <a16:creationId xmlns:a16="http://schemas.microsoft.com/office/drawing/2014/main" id="{E2F64483-4D96-43D3-B51A-5EFC83F5DB69}"/>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01405479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Image Column">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5" y="2847976"/>
            <a:ext cx="1950720" cy="3624088"/>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Picture Placeholder 1">
            <a:extLst>
              <a:ext uri="{FF2B5EF4-FFF2-40B4-BE49-F238E27FC236}">
                <a16:creationId xmlns:a16="http://schemas.microsoft.com/office/drawing/2014/main" id="{8E24196C-EDCF-4421-93F5-2F0FC09A0AC8}"/>
              </a:ext>
            </a:extLst>
          </p:cNvPr>
          <p:cNvSpPr>
            <a:spLocks noGrp="1"/>
          </p:cNvSpPr>
          <p:nvPr>
            <p:ph type="pic" sz="quarter" idx="18"/>
          </p:nvPr>
        </p:nvSpPr>
        <p:spPr>
          <a:xfrm>
            <a:off x="3584445" y="1616600"/>
            <a:ext cx="1950720" cy="1158350"/>
          </a:xfrm>
        </p:spPr>
        <p:txBody>
          <a:bodyPr/>
          <a:lstStyle/>
          <a:p>
            <a:r>
              <a:rPr lang="en-US"/>
              <a:t>Click icon to add picture</a:t>
            </a:r>
            <a:endParaRPr lang="en-US"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4445" y="927100"/>
            <a:ext cx="1950720"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9" name="Content Placeholder 2">
            <a:extLst>
              <a:ext uri="{FF2B5EF4-FFF2-40B4-BE49-F238E27FC236}">
                <a16:creationId xmlns:a16="http://schemas.microsoft.com/office/drawing/2014/main" id="{42EA3364-699E-4FFA-BD42-6EF5EA1F1F61}"/>
              </a:ext>
            </a:extLst>
          </p:cNvPr>
          <p:cNvSpPr>
            <a:spLocks noGrp="1"/>
          </p:cNvSpPr>
          <p:nvPr>
            <p:ph sz="quarter" idx="14"/>
          </p:nvPr>
        </p:nvSpPr>
        <p:spPr>
          <a:xfrm>
            <a:off x="5636635" y="2847976"/>
            <a:ext cx="1950720" cy="3624088"/>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Picture Placeholder 2">
            <a:extLst>
              <a:ext uri="{FF2B5EF4-FFF2-40B4-BE49-F238E27FC236}">
                <a16:creationId xmlns:a16="http://schemas.microsoft.com/office/drawing/2014/main" id="{47A2DD19-B20B-483D-8660-233B1AD6C184}"/>
              </a:ext>
            </a:extLst>
          </p:cNvPr>
          <p:cNvSpPr>
            <a:spLocks noGrp="1"/>
          </p:cNvSpPr>
          <p:nvPr>
            <p:ph type="pic" sz="quarter" idx="19"/>
          </p:nvPr>
        </p:nvSpPr>
        <p:spPr>
          <a:xfrm>
            <a:off x="5636635" y="1616600"/>
            <a:ext cx="1950720" cy="1158350"/>
          </a:xfrm>
        </p:spPr>
        <p:txBody>
          <a:bodyPr/>
          <a:lstStyle/>
          <a:p>
            <a:r>
              <a:rPr lang="en-US"/>
              <a:t>Click icon to add picture</a:t>
            </a:r>
            <a:endParaRPr lang="en-US" dirty="0"/>
          </a:p>
        </p:txBody>
      </p:sp>
      <p:sp>
        <p:nvSpPr>
          <p:cNvPr id="11" name="Subheading Placeholder 2">
            <a:extLst>
              <a:ext uri="{FF2B5EF4-FFF2-40B4-BE49-F238E27FC236}">
                <a16:creationId xmlns:a16="http://schemas.microsoft.com/office/drawing/2014/main" id="{6FE6ECDB-AF0B-4645-9EF8-7E58A711A6A0}"/>
              </a:ext>
            </a:extLst>
          </p:cNvPr>
          <p:cNvSpPr>
            <a:spLocks noGrp="1"/>
          </p:cNvSpPr>
          <p:nvPr>
            <p:ph type="body" sz="quarter" idx="15" hasCustomPrompt="1"/>
          </p:nvPr>
        </p:nvSpPr>
        <p:spPr>
          <a:xfrm>
            <a:off x="5636635" y="927100"/>
            <a:ext cx="1950720"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10" name="Content Placeholder 3">
            <a:extLst>
              <a:ext uri="{FF2B5EF4-FFF2-40B4-BE49-F238E27FC236}">
                <a16:creationId xmlns:a16="http://schemas.microsoft.com/office/drawing/2014/main" id="{96F8CE7E-C8FD-42CD-9FE2-33854B67611D}"/>
              </a:ext>
            </a:extLst>
          </p:cNvPr>
          <p:cNvSpPr>
            <a:spLocks noGrp="1"/>
          </p:cNvSpPr>
          <p:nvPr>
            <p:ph sz="quarter" idx="16"/>
          </p:nvPr>
        </p:nvSpPr>
        <p:spPr>
          <a:xfrm>
            <a:off x="7694643" y="2847976"/>
            <a:ext cx="1950720" cy="3624088"/>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Picture Placeholder 3">
            <a:extLst>
              <a:ext uri="{FF2B5EF4-FFF2-40B4-BE49-F238E27FC236}">
                <a16:creationId xmlns:a16="http://schemas.microsoft.com/office/drawing/2014/main" id="{F87E57F0-BBA5-46F3-8D80-066C33EA828B}"/>
              </a:ext>
            </a:extLst>
          </p:cNvPr>
          <p:cNvSpPr>
            <a:spLocks noGrp="1"/>
          </p:cNvSpPr>
          <p:nvPr>
            <p:ph type="pic" sz="quarter" idx="20"/>
          </p:nvPr>
        </p:nvSpPr>
        <p:spPr>
          <a:xfrm>
            <a:off x="7693059" y="1616600"/>
            <a:ext cx="1950720" cy="1158350"/>
          </a:xfrm>
        </p:spPr>
        <p:txBody>
          <a:bodyPr/>
          <a:lstStyle/>
          <a:p>
            <a:r>
              <a:rPr lang="en-US"/>
              <a:t>Click icon to add picture</a:t>
            </a:r>
            <a:endParaRPr lang="en-US" dirty="0"/>
          </a:p>
        </p:txBody>
      </p:sp>
      <p:sp>
        <p:nvSpPr>
          <p:cNvPr id="13" name="Subheading Placeholder 3">
            <a:extLst>
              <a:ext uri="{FF2B5EF4-FFF2-40B4-BE49-F238E27FC236}">
                <a16:creationId xmlns:a16="http://schemas.microsoft.com/office/drawing/2014/main" id="{8D649D2F-7D7D-4802-A705-A08201E6D24D}"/>
              </a:ext>
            </a:extLst>
          </p:cNvPr>
          <p:cNvSpPr>
            <a:spLocks noGrp="1"/>
          </p:cNvSpPr>
          <p:nvPr>
            <p:ph type="body" sz="quarter" idx="17" hasCustomPrompt="1"/>
          </p:nvPr>
        </p:nvSpPr>
        <p:spPr>
          <a:xfrm>
            <a:off x="7693057" y="927100"/>
            <a:ext cx="1950720"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20" name="Content Placeholder 4">
            <a:extLst>
              <a:ext uri="{FF2B5EF4-FFF2-40B4-BE49-F238E27FC236}">
                <a16:creationId xmlns:a16="http://schemas.microsoft.com/office/drawing/2014/main" id="{DE63FCA0-2344-4980-BE9D-2B9B01895249}"/>
              </a:ext>
            </a:extLst>
          </p:cNvPr>
          <p:cNvSpPr>
            <a:spLocks noGrp="1"/>
          </p:cNvSpPr>
          <p:nvPr>
            <p:ph sz="quarter" idx="23"/>
          </p:nvPr>
        </p:nvSpPr>
        <p:spPr>
          <a:xfrm>
            <a:off x="9732432" y="2847976"/>
            <a:ext cx="1950720" cy="3624088"/>
          </a:xfrm>
        </p:spPr>
        <p:txBody>
          <a:bodyPr/>
          <a:lstStyle>
            <a:lvl1pPr>
              <a:spcAft>
                <a:spcPts val="0"/>
              </a:spcAft>
              <a:defRPr>
                <a:latin typeface="Calibre Semibold" panose="020B0703030202060203" pitchFamily="34" charset="0"/>
              </a:defRPr>
            </a:lvl1pPr>
            <a:lvl2pPr>
              <a:defRPr sz="2200">
                <a:latin typeface="Calibre Light" panose="020B0303030202060203"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Picture Placeholder 4">
            <a:extLst>
              <a:ext uri="{FF2B5EF4-FFF2-40B4-BE49-F238E27FC236}">
                <a16:creationId xmlns:a16="http://schemas.microsoft.com/office/drawing/2014/main" id="{0D2DB6B4-DD4B-402F-896F-7F5A6883A4D9}"/>
              </a:ext>
            </a:extLst>
          </p:cNvPr>
          <p:cNvSpPr>
            <a:spLocks noGrp="1"/>
          </p:cNvSpPr>
          <p:nvPr>
            <p:ph type="pic" sz="quarter" idx="22"/>
          </p:nvPr>
        </p:nvSpPr>
        <p:spPr>
          <a:xfrm>
            <a:off x="9732432" y="1616600"/>
            <a:ext cx="1950720" cy="1158350"/>
          </a:xfrm>
        </p:spPr>
        <p:txBody>
          <a:bodyPr/>
          <a:lstStyle/>
          <a:p>
            <a:r>
              <a:rPr lang="en-US"/>
              <a:t>Click icon to add picture</a:t>
            </a:r>
            <a:endParaRPr lang="en-GB" dirty="0"/>
          </a:p>
        </p:txBody>
      </p:sp>
      <p:sp>
        <p:nvSpPr>
          <p:cNvPr id="14" name="Subheading Placeholder 4">
            <a:extLst>
              <a:ext uri="{FF2B5EF4-FFF2-40B4-BE49-F238E27FC236}">
                <a16:creationId xmlns:a16="http://schemas.microsoft.com/office/drawing/2014/main" id="{510A2DCA-6EF5-4430-BFBD-36C2A2B6C985}"/>
              </a:ext>
            </a:extLst>
          </p:cNvPr>
          <p:cNvSpPr>
            <a:spLocks noGrp="1"/>
          </p:cNvSpPr>
          <p:nvPr>
            <p:ph type="body" sz="quarter" idx="21" hasCustomPrompt="1"/>
          </p:nvPr>
        </p:nvSpPr>
        <p:spPr>
          <a:xfrm>
            <a:off x="9732432" y="927100"/>
            <a:ext cx="1950720" cy="612648"/>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4" name="Title 3">
            <a:extLst>
              <a:ext uri="{FF2B5EF4-FFF2-40B4-BE49-F238E27FC236}">
                <a16:creationId xmlns:a16="http://schemas.microsoft.com/office/drawing/2014/main" id="{81D27A89-DE43-4BCD-8815-9541F7452F64}"/>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85380835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1 Column Infographic">
    <p:spTree>
      <p:nvGrpSpPr>
        <p:cNvPr id="1" name=""/>
        <p:cNvGrpSpPr/>
        <p:nvPr/>
      </p:nvGrpSpPr>
      <p:grpSpPr>
        <a:xfrm>
          <a:off x="0" y="0"/>
          <a:ext cx="0" cy="0"/>
          <a:chOff x="0" y="0"/>
          <a:chExt cx="0" cy="0"/>
        </a:xfrm>
      </p:grpSpPr>
      <p:sp>
        <p:nvSpPr>
          <p:cNvPr id="8" name="GFX BG">
            <a:extLst>
              <a:ext uri="{FF2B5EF4-FFF2-40B4-BE49-F238E27FC236}">
                <a16:creationId xmlns:a16="http://schemas.microsoft.com/office/drawing/2014/main" id="{5D5A16FE-A1C9-492B-8503-3E55B28F933A}"/>
              </a:ext>
            </a:extLst>
          </p:cNvPr>
          <p:cNvSpPr/>
          <p:nvPr userDrawn="1"/>
        </p:nvSpPr>
        <p:spPr>
          <a:xfrm>
            <a:off x="511178" y="2852739"/>
            <a:ext cx="11168063" cy="3551236"/>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00" dirty="0"/>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16600"/>
            <a:ext cx="7068312" cy="1158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a:extLst>
              <a:ext uri="{FF2B5EF4-FFF2-40B4-BE49-F238E27FC236}">
                <a16:creationId xmlns:a16="http://schemas.microsoft.com/office/drawing/2014/main" id="{8DF698E5-5EF9-4576-AD25-10BC77179737}"/>
              </a:ext>
            </a:extLst>
          </p:cNvPr>
          <p:cNvSpPr>
            <a:spLocks noGrp="1"/>
          </p:cNvSpPr>
          <p:nvPr>
            <p:ph type="title"/>
          </p:nvPr>
        </p:nvSpPr>
        <p:spPr>
          <a:xfrm>
            <a:off x="511177" y="1616600"/>
            <a:ext cx="2971391" cy="1232552"/>
          </a:xfrm>
        </p:spPr>
        <p:txBody>
          <a:bodyPr/>
          <a:lstStyle/>
          <a:p>
            <a:r>
              <a:rPr lang="en-US"/>
              <a:t>Click to edit Master title style</a:t>
            </a:r>
            <a:endParaRPr lang="en-GB" dirty="0"/>
          </a:p>
        </p:txBody>
      </p:sp>
    </p:spTree>
    <p:extLst>
      <p:ext uri="{BB962C8B-B14F-4D97-AF65-F5344CB8AC3E}">
        <p14:creationId xmlns:p14="http://schemas.microsoft.com/office/powerpoint/2010/main" val="294329806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2 Column Infographic">
    <p:spTree>
      <p:nvGrpSpPr>
        <p:cNvPr id="1" name=""/>
        <p:cNvGrpSpPr/>
        <p:nvPr/>
      </p:nvGrpSpPr>
      <p:grpSpPr>
        <a:xfrm>
          <a:off x="0" y="0"/>
          <a:ext cx="0" cy="0"/>
          <a:chOff x="0" y="0"/>
          <a:chExt cx="0" cy="0"/>
        </a:xfrm>
      </p:grpSpPr>
      <p:sp>
        <p:nvSpPr>
          <p:cNvPr id="8" name="GFX BG">
            <a:extLst>
              <a:ext uri="{FF2B5EF4-FFF2-40B4-BE49-F238E27FC236}">
                <a16:creationId xmlns:a16="http://schemas.microsoft.com/office/drawing/2014/main" id="{5D5A16FE-A1C9-492B-8503-3E55B28F933A}"/>
              </a:ext>
            </a:extLst>
          </p:cNvPr>
          <p:cNvSpPr/>
          <p:nvPr userDrawn="1"/>
        </p:nvSpPr>
        <p:spPr>
          <a:xfrm>
            <a:off x="511178" y="2852739"/>
            <a:ext cx="11168063" cy="3551236"/>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00" dirty="0"/>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1616600"/>
            <a:ext cx="3483864" cy="1158350"/>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Content Placeholder 6">
            <a:extLst>
              <a:ext uri="{FF2B5EF4-FFF2-40B4-BE49-F238E27FC236}">
                <a16:creationId xmlns:a16="http://schemas.microsoft.com/office/drawing/2014/main" id="{D56F0673-94EF-48CC-9CE4-73C172F82EC0}"/>
              </a:ext>
            </a:extLst>
          </p:cNvPr>
          <p:cNvSpPr>
            <a:spLocks noGrp="1"/>
          </p:cNvSpPr>
          <p:nvPr>
            <p:ph sz="quarter" idx="13"/>
          </p:nvPr>
        </p:nvSpPr>
        <p:spPr>
          <a:xfrm>
            <a:off x="7169784" y="1616600"/>
            <a:ext cx="3483864" cy="1158350"/>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spcBef>
                <a:spcPts val="600"/>
              </a:spcBef>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3">
            <a:extLst>
              <a:ext uri="{FF2B5EF4-FFF2-40B4-BE49-F238E27FC236}">
                <a16:creationId xmlns:a16="http://schemas.microsoft.com/office/drawing/2014/main" id="{71C67CBD-BD24-46EC-8738-8557EA39D0D3}"/>
              </a:ext>
            </a:extLst>
          </p:cNvPr>
          <p:cNvSpPr>
            <a:spLocks noGrp="1"/>
          </p:cNvSpPr>
          <p:nvPr>
            <p:ph type="title"/>
          </p:nvPr>
        </p:nvSpPr>
        <p:spPr>
          <a:xfrm>
            <a:off x="511177" y="1616600"/>
            <a:ext cx="2971391" cy="1232552"/>
          </a:xfrm>
        </p:spPr>
        <p:txBody>
          <a:bodyPr/>
          <a:lstStyle/>
          <a:p>
            <a:r>
              <a:rPr lang="en-US"/>
              <a:t>Click to edit Master title style</a:t>
            </a:r>
            <a:endParaRPr lang="en-GB" dirty="0"/>
          </a:p>
        </p:txBody>
      </p:sp>
    </p:spTree>
    <p:extLst>
      <p:ext uri="{BB962C8B-B14F-4D97-AF65-F5344CB8AC3E}">
        <p14:creationId xmlns:p14="http://schemas.microsoft.com/office/powerpoint/2010/main" val="99551469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3 Stats">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3584448" y="4697414"/>
            <a:ext cx="7589011" cy="1158875"/>
          </a:xfrm>
        </p:spPr>
        <p:txBody>
          <a:bodyPr tIns="100584"/>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US"/>
              <a:t>Click to edit Master text styles</a:t>
            </a:r>
          </a:p>
          <a:p>
            <a:pPr lvl="1"/>
            <a:r>
              <a:rPr lang="en-US"/>
              <a:t>Second level</a:t>
            </a:r>
          </a:p>
        </p:txBody>
      </p:sp>
      <p:sp>
        <p:nvSpPr>
          <p:cNvPr id="8" name="Stat Placeholder 1">
            <a:extLst>
              <a:ext uri="{FF2B5EF4-FFF2-40B4-BE49-F238E27FC236}">
                <a16:creationId xmlns:a16="http://schemas.microsoft.com/office/drawing/2014/main" id="{BD5B0268-6D86-4322-907B-D2857B858C19}"/>
              </a:ext>
            </a:extLst>
          </p:cNvPr>
          <p:cNvSpPr>
            <a:spLocks noGrp="1"/>
          </p:cNvSpPr>
          <p:nvPr>
            <p:ph sz="quarter" idx="13" hasCustomPrompt="1"/>
          </p:nvPr>
        </p:nvSpPr>
        <p:spPr>
          <a:xfrm>
            <a:off x="3584448" y="1616601"/>
            <a:ext cx="2459736" cy="3008375"/>
          </a:xfrm>
          <a:solidFill>
            <a:schemeClr val="bg2"/>
          </a:solidFill>
        </p:spPr>
        <p:txBody>
          <a:bodyPr lIns="109728" tIns="109728" rIns="109728" bIns="0"/>
          <a:lstStyle>
            <a:lvl1pPr marL="0" indent="0">
              <a:spcAft>
                <a:spcPts val="0"/>
              </a:spcAft>
              <a:buFontTx/>
              <a:buNone/>
              <a:defRPr lang="en-US" sz="4600" b="0" dirty="0" smtClean="0">
                <a:solidFill>
                  <a:srgbClr val="012A2D"/>
                </a:solidFill>
                <a:latin typeface="Calibre Light" panose="020B0303030202060203" pitchFamily="34" charset="0"/>
                <a:ea typeface="+mn-ea"/>
                <a:cs typeface="+mn-cs"/>
              </a:defRPr>
            </a:lvl1pPr>
            <a:lvl2pPr>
              <a:spcBef>
                <a:spcPts val="0"/>
              </a:spcBef>
              <a:spcAft>
                <a:spcPts val="600"/>
              </a:spcAft>
              <a:defRPr lang="en-US" sz="2000" dirty="0" smtClean="0">
                <a:solidFill>
                  <a:srgbClr val="012A2D"/>
                </a:solidFill>
                <a:latin typeface="Calibre Light" panose="020B0303030202060203" pitchFamily="34" charset="0"/>
                <a:ea typeface="+mn-ea"/>
                <a:cs typeface="+mn-cs"/>
              </a:defRPr>
            </a:lvl2pPr>
            <a:lvl3pPr marL="0" indent="0">
              <a:spcBef>
                <a:spcPts val="3400"/>
              </a:spcBef>
              <a:spcAft>
                <a:spcPts val="600"/>
              </a:spcAft>
              <a:buFontTx/>
              <a:buNone/>
              <a:defRPr lang="en-US" sz="1200" dirty="0" smtClean="0">
                <a:solidFill>
                  <a:srgbClr val="012A2D"/>
                </a:solidFill>
                <a:latin typeface="Calibre Semibold" panose="020B0703030202060203" pitchFamily="34" charset="0"/>
                <a:ea typeface="+mn-ea"/>
                <a:cs typeface="+mn-cs"/>
              </a:defRPr>
            </a:lvl3pPr>
            <a:lvl4pPr marL="173736">
              <a:spcBef>
                <a:spcPts val="300"/>
              </a:spcBef>
              <a:spcAft>
                <a:spcPts val="300"/>
              </a:spcAft>
              <a:defRPr lang="en-US" sz="1200" b="0" dirty="0">
                <a:solidFill>
                  <a:schemeClr val="tx1"/>
                </a:solidFill>
                <a:latin typeface="+mn-lt"/>
                <a:ea typeface="+mn-ea"/>
                <a:cs typeface="+mn-cs"/>
              </a:defRPr>
            </a:lvl4pPr>
            <a:lvl5pPr marL="356616" indent="-171450">
              <a:spcBef>
                <a:spcPts val="600"/>
              </a:spcBef>
              <a:spcAft>
                <a:spcPts val="0"/>
              </a:spcAft>
              <a:buFont typeface="Calibre" panose="020B0503030202060203" pitchFamily="34" charset="0"/>
              <a:buChar char="–"/>
              <a:defRPr lang="en-US" sz="1200" dirty="0" smtClean="0">
                <a:solidFill>
                  <a:schemeClr val="tx1"/>
                </a:solidFill>
                <a:latin typeface="Calibre" panose="020B05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#value</a:t>
            </a:r>
          </a:p>
          <a:p>
            <a:pPr lvl="1"/>
            <a:r>
              <a:rPr lang="en-GB"/>
              <a:t>unit</a:t>
            </a:r>
          </a:p>
          <a:p>
            <a:pPr lvl="2"/>
            <a:r>
              <a:rPr lang="en-GB"/>
              <a:t>Description</a:t>
            </a:r>
            <a:endParaRPr lang="en-GB" dirty="0"/>
          </a:p>
        </p:txBody>
      </p:sp>
      <p:sp>
        <p:nvSpPr>
          <p:cNvPr id="10" name="Stat Placeholder 2">
            <a:extLst>
              <a:ext uri="{FF2B5EF4-FFF2-40B4-BE49-F238E27FC236}">
                <a16:creationId xmlns:a16="http://schemas.microsoft.com/office/drawing/2014/main" id="{59502AB8-1EEA-43E9-995E-A64DEF4206AF}"/>
              </a:ext>
            </a:extLst>
          </p:cNvPr>
          <p:cNvSpPr>
            <a:spLocks noGrp="1"/>
          </p:cNvSpPr>
          <p:nvPr>
            <p:ph sz="quarter" idx="14" hasCustomPrompt="1"/>
          </p:nvPr>
        </p:nvSpPr>
        <p:spPr>
          <a:xfrm>
            <a:off x="6149085" y="1616601"/>
            <a:ext cx="2459736" cy="3008375"/>
          </a:xfrm>
          <a:solidFill>
            <a:schemeClr val="tx1"/>
          </a:solidFill>
        </p:spPr>
        <p:txBody>
          <a:bodyPr lIns="109728" tIns="109728" rIns="109728" bIns="0"/>
          <a:lstStyle>
            <a:lvl1pPr marL="0" indent="0">
              <a:spcAft>
                <a:spcPts val="0"/>
              </a:spcAft>
              <a:buFontTx/>
              <a:buNone/>
              <a:defRPr lang="en-US" sz="4600" b="0" dirty="0" smtClean="0">
                <a:solidFill>
                  <a:schemeClr val="bg1"/>
                </a:solidFill>
                <a:latin typeface="Calibre Light" panose="020B0303030202060203" pitchFamily="34" charset="0"/>
                <a:ea typeface="+mn-ea"/>
                <a:cs typeface="+mn-cs"/>
              </a:defRPr>
            </a:lvl1pPr>
            <a:lvl2pPr>
              <a:spcBef>
                <a:spcPts val="0"/>
              </a:spcBef>
              <a:spcAft>
                <a:spcPts val="600"/>
              </a:spcAft>
              <a:defRPr lang="en-US" sz="2000" dirty="0" smtClean="0">
                <a:solidFill>
                  <a:schemeClr val="bg1"/>
                </a:solidFill>
                <a:latin typeface="Calibre Light" panose="020B0303030202060203" pitchFamily="34" charset="0"/>
                <a:ea typeface="+mn-ea"/>
                <a:cs typeface="+mn-cs"/>
              </a:defRPr>
            </a:lvl2pPr>
            <a:lvl3pPr marL="0" indent="0">
              <a:spcBef>
                <a:spcPts val="3400"/>
              </a:spcBef>
              <a:spcAft>
                <a:spcPts val="600"/>
              </a:spcAft>
              <a:buFontTx/>
              <a:buNone/>
              <a:defRPr lang="en-US" sz="1200" dirty="0" smtClean="0">
                <a:solidFill>
                  <a:schemeClr val="bg1"/>
                </a:solidFill>
                <a:latin typeface="Calibre Semibold" panose="020B0703030202060203" pitchFamily="34" charset="0"/>
                <a:ea typeface="+mn-ea"/>
                <a:cs typeface="+mn-cs"/>
              </a:defRPr>
            </a:lvl3pPr>
            <a:lvl4pPr marL="173736">
              <a:spcBef>
                <a:spcPts val="300"/>
              </a:spcBef>
              <a:spcAft>
                <a:spcPts val="300"/>
              </a:spcAft>
              <a:buClr>
                <a:schemeClr val="bg1"/>
              </a:buClr>
              <a:defRPr lang="en-US" sz="1200" b="0" dirty="0">
                <a:solidFill>
                  <a:schemeClr val="bg1"/>
                </a:solidFill>
                <a:latin typeface="+mn-lt"/>
                <a:ea typeface="+mn-ea"/>
                <a:cs typeface="+mn-cs"/>
              </a:defRPr>
            </a:lvl4pPr>
            <a:lvl5pPr marL="356616" indent="-171450">
              <a:spcBef>
                <a:spcPts val="600"/>
              </a:spcBef>
              <a:spcAft>
                <a:spcPts val="0"/>
              </a:spcAft>
              <a:buFont typeface="Calibre" panose="020B0503030202060203" pitchFamily="34" charset="0"/>
              <a:buChar char="–"/>
              <a:defRPr lang="en-US" sz="1200" dirty="0" smtClean="0">
                <a:solidFill>
                  <a:schemeClr val="bg1"/>
                </a:solidFill>
                <a:latin typeface="Calibre" panose="020B0503030202060203" pitchFamily="34" charset="0"/>
                <a:ea typeface="+mn-ea"/>
                <a:cs typeface="+mn-cs"/>
              </a:defRPr>
            </a:lvl5pPr>
            <a:lvl6pPr>
              <a:defRPr>
                <a:solidFill>
                  <a:schemeClr val="bg1"/>
                </a:solidFill>
              </a:defRPr>
            </a:lvl6pPr>
            <a:lvl7pPr>
              <a:spcBef>
                <a:spcPts val="300"/>
              </a:spcBef>
              <a:spcAft>
                <a:spcPts val="300"/>
              </a:spcAft>
              <a:defRPr lang="en-US" sz="1050" dirty="0" smtClean="0">
                <a:solidFill>
                  <a:schemeClr val="bg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bg1"/>
                </a:solidFill>
                <a:latin typeface="+mn-lt"/>
                <a:ea typeface="+mn-ea"/>
                <a:cs typeface="+mn-cs"/>
              </a:defRPr>
            </a:lvl8pPr>
            <a:lvl9pPr>
              <a:defRPr>
                <a:solidFill>
                  <a:schemeClr val="bg1"/>
                </a:solidFill>
              </a:defRPr>
            </a:lvl9pPr>
          </a:lstStyle>
          <a:p>
            <a:pPr lvl="0"/>
            <a:r>
              <a:rPr lang="en-GB"/>
              <a:t>#value</a:t>
            </a:r>
          </a:p>
          <a:p>
            <a:pPr lvl="1"/>
            <a:r>
              <a:rPr lang="en-GB"/>
              <a:t>unit</a:t>
            </a:r>
          </a:p>
          <a:p>
            <a:pPr lvl="2"/>
            <a:r>
              <a:rPr lang="en-GB"/>
              <a:t>Description</a:t>
            </a:r>
            <a:endParaRPr lang="en-GB" dirty="0"/>
          </a:p>
        </p:txBody>
      </p:sp>
      <p:sp>
        <p:nvSpPr>
          <p:cNvPr id="12" name="Stat Placeholder 3">
            <a:extLst>
              <a:ext uri="{FF2B5EF4-FFF2-40B4-BE49-F238E27FC236}">
                <a16:creationId xmlns:a16="http://schemas.microsoft.com/office/drawing/2014/main" id="{24107E57-4088-4008-A2A0-5AE3E7C5938D}"/>
              </a:ext>
            </a:extLst>
          </p:cNvPr>
          <p:cNvSpPr>
            <a:spLocks noGrp="1"/>
          </p:cNvSpPr>
          <p:nvPr>
            <p:ph sz="quarter" idx="15" hasCustomPrompt="1"/>
          </p:nvPr>
        </p:nvSpPr>
        <p:spPr>
          <a:xfrm>
            <a:off x="8713723" y="1616601"/>
            <a:ext cx="2459736" cy="3008375"/>
          </a:xfrm>
          <a:solidFill>
            <a:schemeClr val="tx2"/>
          </a:solidFill>
        </p:spPr>
        <p:txBody>
          <a:bodyPr lIns="109728" tIns="109728" rIns="109728" bIns="0"/>
          <a:lstStyle>
            <a:lvl1pPr marL="0" indent="0">
              <a:spcAft>
                <a:spcPts val="0"/>
              </a:spcAft>
              <a:buFontTx/>
              <a:buNone/>
              <a:defRPr lang="en-US" sz="4600" b="0" dirty="0" smtClean="0">
                <a:solidFill>
                  <a:schemeClr val="tx1"/>
                </a:solidFill>
                <a:latin typeface="Calibre Light" panose="020B0303030202060203" pitchFamily="34" charset="0"/>
                <a:ea typeface="+mn-ea"/>
                <a:cs typeface="+mn-cs"/>
              </a:defRPr>
            </a:lvl1pPr>
            <a:lvl2pPr>
              <a:spcBef>
                <a:spcPts val="0"/>
              </a:spcBef>
              <a:spcAft>
                <a:spcPts val="600"/>
              </a:spcAft>
              <a:defRPr lang="en-US" sz="2000" dirty="0" smtClean="0">
                <a:solidFill>
                  <a:schemeClr val="tx1"/>
                </a:solidFill>
                <a:latin typeface="Calibre Light" panose="020B0303030202060203" pitchFamily="34" charset="0"/>
                <a:ea typeface="+mn-ea"/>
                <a:cs typeface="+mn-cs"/>
              </a:defRPr>
            </a:lvl2pPr>
            <a:lvl3pPr marL="0" indent="0">
              <a:spcBef>
                <a:spcPts val="3400"/>
              </a:spcBef>
              <a:spcAft>
                <a:spcPts val="600"/>
              </a:spcAft>
              <a:buFontTx/>
              <a:buNone/>
              <a:defRPr lang="en-US" sz="1200" dirty="0" smtClean="0">
                <a:solidFill>
                  <a:schemeClr val="tx1"/>
                </a:solidFill>
                <a:latin typeface="Calibre Semibold" panose="020B0703030202060203" pitchFamily="34" charset="0"/>
                <a:ea typeface="+mn-ea"/>
                <a:cs typeface="+mn-cs"/>
              </a:defRPr>
            </a:lvl3pPr>
            <a:lvl4pPr marL="173736">
              <a:spcBef>
                <a:spcPts val="300"/>
              </a:spcBef>
              <a:spcAft>
                <a:spcPts val="300"/>
              </a:spcAft>
              <a:defRPr lang="en-US" sz="1200" b="0" dirty="0">
                <a:solidFill>
                  <a:schemeClr val="tx1"/>
                </a:solidFill>
                <a:latin typeface="+mn-lt"/>
                <a:ea typeface="+mn-ea"/>
                <a:cs typeface="+mn-cs"/>
              </a:defRPr>
            </a:lvl4pPr>
            <a:lvl5pPr marL="356616" indent="-171450">
              <a:spcBef>
                <a:spcPts val="600"/>
              </a:spcBef>
              <a:spcAft>
                <a:spcPts val="0"/>
              </a:spcAft>
              <a:buFont typeface="Calibre" panose="020B0503030202060203" pitchFamily="34" charset="0"/>
              <a:buChar char="–"/>
              <a:defRPr lang="en-US" sz="1200" dirty="0" smtClean="0">
                <a:solidFill>
                  <a:schemeClr val="tx1"/>
                </a:solidFill>
                <a:latin typeface="Calibre" panose="020B0503030202060203" pitchFamily="34" charset="0"/>
                <a:ea typeface="+mn-ea"/>
                <a:cs typeface="+mn-cs"/>
              </a:defRPr>
            </a:lvl5pPr>
            <a:lvl7pPr>
              <a:spcBef>
                <a:spcPts val="300"/>
              </a:spcBef>
              <a:spcAft>
                <a:spcPts val="300"/>
              </a:spcAft>
              <a:defRPr lang="en-US" sz="1050" dirty="0" smtClean="0">
                <a:solidFill>
                  <a:schemeClr val="tx1"/>
                </a:solidFill>
                <a:latin typeface="Calibre Semibold" panose="020B0703030202060203" pitchFamily="34" charset="0"/>
                <a:ea typeface="+mn-ea"/>
                <a:cs typeface="+mn-cs"/>
              </a:defRPr>
            </a:lvl7pPr>
            <a:lvl8pPr>
              <a:spcBef>
                <a:spcPts val="300"/>
              </a:spcBef>
              <a:spcAft>
                <a:spcPts val="300"/>
              </a:spcAft>
              <a:defRPr lang="en-US" sz="1050" dirty="0" smtClean="0">
                <a:solidFill>
                  <a:schemeClr val="tx1"/>
                </a:solidFill>
                <a:latin typeface="+mn-lt"/>
                <a:ea typeface="+mn-ea"/>
                <a:cs typeface="+mn-cs"/>
              </a:defRPr>
            </a:lvl8pPr>
          </a:lstStyle>
          <a:p>
            <a:pPr lvl="0"/>
            <a:r>
              <a:rPr lang="en-GB"/>
              <a:t>#value</a:t>
            </a:r>
          </a:p>
          <a:p>
            <a:pPr lvl="1"/>
            <a:r>
              <a:rPr lang="en-GB"/>
              <a:t>unit</a:t>
            </a:r>
          </a:p>
          <a:p>
            <a:pPr lvl="2"/>
            <a:r>
              <a:rPr lang="en-GB"/>
              <a:t>Description</a:t>
            </a:r>
            <a:endParaRPr lang="en-GB" dirty="0"/>
          </a:p>
        </p:txBody>
      </p:sp>
      <p:sp>
        <p:nvSpPr>
          <p:cNvPr id="4" name="Title 3">
            <a:extLst>
              <a:ext uri="{FF2B5EF4-FFF2-40B4-BE49-F238E27FC236}">
                <a16:creationId xmlns:a16="http://schemas.microsoft.com/office/drawing/2014/main" id="{232C63C7-8FEA-4A9B-B365-6F63982777D1}"/>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20862536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Timeline 1">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hasCustomPrompt="1"/>
          </p:nvPr>
        </p:nvSpPr>
        <p:spPr>
          <a:xfrm>
            <a:off x="511175"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4097339" y="914400"/>
            <a:ext cx="3996795" cy="585216"/>
          </a:xfrm>
        </p:spPr>
        <p:txBody>
          <a:bodyPr/>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13" name="Content Placeholder 2">
            <a:extLst>
              <a:ext uri="{FF2B5EF4-FFF2-40B4-BE49-F238E27FC236}">
                <a16:creationId xmlns:a16="http://schemas.microsoft.com/office/drawing/2014/main" id="{D109E005-B2BA-4999-8A04-E6B566F973B6}"/>
              </a:ext>
            </a:extLst>
          </p:cNvPr>
          <p:cNvSpPr>
            <a:spLocks noGrp="1"/>
          </p:cNvSpPr>
          <p:nvPr>
            <p:ph sz="quarter" idx="14" hasCustomPrompt="1"/>
          </p:nvPr>
        </p:nvSpPr>
        <p:spPr>
          <a:xfrm>
            <a:off x="2430235"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5" name="Content Placeholder 3">
            <a:extLst>
              <a:ext uri="{FF2B5EF4-FFF2-40B4-BE49-F238E27FC236}">
                <a16:creationId xmlns:a16="http://schemas.microsoft.com/office/drawing/2014/main" id="{F45962CF-14ED-433A-BEBC-3DEED0C8B537}"/>
              </a:ext>
            </a:extLst>
          </p:cNvPr>
          <p:cNvSpPr>
            <a:spLocks noGrp="1"/>
          </p:cNvSpPr>
          <p:nvPr>
            <p:ph sz="quarter" idx="15" hasCustomPrompt="1"/>
          </p:nvPr>
        </p:nvSpPr>
        <p:spPr>
          <a:xfrm>
            <a:off x="4349293"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7" name="Content Placeholder 4">
            <a:extLst>
              <a:ext uri="{FF2B5EF4-FFF2-40B4-BE49-F238E27FC236}">
                <a16:creationId xmlns:a16="http://schemas.microsoft.com/office/drawing/2014/main" id="{518F096B-0147-4946-81A3-07EB1711EDC7}"/>
              </a:ext>
            </a:extLst>
          </p:cNvPr>
          <p:cNvSpPr>
            <a:spLocks noGrp="1"/>
          </p:cNvSpPr>
          <p:nvPr>
            <p:ph sz="quarter" idx="16" hasCustomPrompt="1"/>
          </p:nvPr>
        </p:nvSpPr>
        <p:spPr>
          <a:xfrm>
            <a:off x="6268352"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9" name="Content Placeholder 5">
            <a:extLst>
              <a:ext uri="{FF2B5EF4-FFF2-40B4-BE49-F238E27FC236}">
                <a16:creationId xmlns:a16="http://schemas.microsoft.com/office/drawing/2014/main" id="{EA40C76A-4A1B-426F-A0F3-27766FBEEA41}"/>
              </a:ext>
            </a:extLst>
          </p:cNvPr>
          <p:cNvSpPr>
            <a:spLocks noGrp="1"/>
          </p:cNvSpPr>
          <p:nvPr>
            <p:ph sz="quarter" idx="17" hasCustomPrompt="1"/>
          </p:nvPr>
        </p:nvSpPr>
        <p:spPr>
          <a:xfrm>
            <a:off x="8187411"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1" name="Content Placeholder 6">
            <a:extLst>
              <a:ext uri="{FF2B5EF4-FFF2-40B4-BE49-F238E27FC236}">
                <a16:creationId xmlns:a16="http://schemas.microsoft.com/office/drawing/2014/main" id="{00880DC7-B2DC-443C-BD83-32F04028CCEB}"/>
              </a:ext>
            </a:extLst>
          </p:cNvPr>
          <p:cNvSpPr>
            <a:spLocks noGrp="1"/>
          </p:cNvSpPr>
          <p:nvPr>
            <p:ph sz="quarter" idx="18" hasCustomPrompt="1"/>
          </p:nvPr>
        </p:nvSpPr>
        <p:spPr>
          <a:xfrm>
            <a:off x="10106471" y="1984248"/>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3" name="Content Placeholder 7">
            <a:extLst>
              <a:ext uri="{FF2B5EF4-FFF2-40B4-BE49-F238E27FC236}">
                <a16:creationId xmlns:a16="http://schemas.microsoft.com/office/drawing/2014/main" id="{6DDE0339-BB90-41F5-96AE-14CB971FF015}"/>
              </a:ext>
            </a:extLst>
          </p:cNvPr>
          <p:cNvSpPr>
            <a:spLocks noGrp="1"/>
          </p:cNvSpPr>
          <p:nvPr>
            <p:ph sz="quarter" idx="19" hasCustomPrompt="1"/>
          </p:nvPr>
        </p:nvSpPr>
        <p:spPr>
          <a:xfrm>
            <a:off x="511175"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5" name="Content Placeholder 8">
            <a:extLst>
              <a:ext uri="{FF2B5EF4-FFF2-40B4-BE49-F238E27FC236}">
                <a16:creationId xmlns:a16="http://schemas.microsoft.com/office/drawing/2014/main" id="{A1F04957-65BD-46E7-8548-07F8CDAC2190}"/>
              </a:ext>
            </a:extLst>
          </p:cNvPr>
          <p:cNvSpPr>
            <a:spLocks noGrp="1"/>
          </p:cNvSpPr>
          <p:nvPr>
            <p:ph sz="quarter" idx="20" hasCustomPrompt="1"/>
          </p:nvPr>
        </p:nvSpPr>
        <p:spPr>
          <a:xfrm>
            <a:off x="2430235"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7" name="Content Placeholder 9">
            <a:extLst>
              <a:ext uri="{FF2B5EF4-FFF2-40B4-BE49-F238E27FC236}">
                <a16:creationId xmlns:a16="http://schemas.microsoft.com/office/drawing/2014/main" id="{740494B8-C381-414A-BB7A-A8D06AE30DB3}"/>
              </a:ext>
            </a:extLst>
          </p:cNvPr>
          <p:cNvSpPr>
            <a:spLocks noGrp="1"/>
          </p:cNvSpPr>
          <p:nvPr>
            <p:ph sz="quarter" idx="21" hasCustomPrompt="1"/>
          </p:nvPr>
        </p:nvSpPr>
        <p:spPr>
          <a:xfrm>
            <a:off x="4349293"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9" name="Content Placeholder 10">
            <a:extLst>
              <a:ext uri="{FF2B5EF4-FFF2-40B4-BE49-F238E27FC236}">
                <a16:creationId xmlns:a16="http://schemas.microsoft.com/office/drawing/2014/main" id="{2C81939D-325D-4011-9F79-84C4BFECFDF8}"/>
              </a:ext>
            </a:extLst>
          </p:cNvPr>
          <p:cNvSpPr>
            <a:spLocks noGrp="1"/>
          </p:cNvSpPr>
          <p:nvPr>
            <p:ph sz="quarter" idx="22" hasCustomPrompt="1"/>
          </p:nvPr>
        </p:nvSpPr>
        <p:spPr>
          <a:xfrm>
            <a:off x="6268352"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31" name="Content Placeholder 11">
            <a:extLst>
              <a:ext uri="{FF2B5EF4-FFF2-40B4-BE49-F238E27FC236}">
                <a16:creationId xmlns:a16="http://schemas.microsoft.com/office/drawing/2014/main" id="{756E2DB3-5433-44FE-AD07-FBBE3D440AB4}"/>
              </a:ext>
            </a:extLst>
          </p:cNvPr>
          <p:cNvSpPr>
            <a:spLocks noGrp="1"/>
          </p:cNvSpPr>
          <p:nvPr>
            <p:ph sz="quarter" idx="23" hasCustomPrompt="1"/>
          </p:nvPr>
        </p:nvSpPr>
        <p:spPr>
          <a:xfrm>
            <a:off x="8187411"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33" name="Content Placeholder 12">
            <a:extLst>
              <a:ext uri="{FF2B5EF4-FFF2-40B4-BE49-F238E27FC236}">
                <a16:creationId xmlns:a16="http://schemas.microsoft.com/office/drawing/2014/main" id="{357A8F6B-63E2-4777-82D3-6D7B324D3ED2}"/>
              </a:ext>
            </a:extLst>
          </p:cNvPr>
          <p:cNvSpPr>
            <a:spLocks noGrp="1"/>
          </p:cNvSpPr>
          <p:nvPr>
            <p:ph sz="quarter" idx="24" hasCustomPrompt="1"/>
          </p:nvPr>
        </p:nvSpPr>
        <p:spPr>
          <a:xfrm>
            <a:off x="10106471" y="4626864"/>
            <a:ext cx="1572768" cy="1883664"/>
          </a:xfrm>
          <a:ln w="12700">
            <a:solidFill>
              <a:schemeClr val="accent3"/>
            </a:solidFill>
          </a:ln>
        </p:spPr>
        <p:txBody>
          <a:bodyPr wrap="square" lIns="72000" tIns="72000" rIns="72000" bIns="72000">
            <a:noAutofit/>
          </a:bodyPr>
          <a:lstStyle>
            <a:lvl1pPr>
              <a:spcAft>
                <a:spcPts val="600"/>
              </a:spcAft>
              <a:defRPr sz="900" cap="all" baseline="0">
                <a:latin typeface="Calibre Semibold" panose="020B0703030202060203" pitchFamily="34" charset="0"/>
              </a:defRPr>
            </a:lvl1pPr>
            <a:lvl2pPr>
              <a:spcAft>
                <a:spcPts val="600"/>
              </a:spcAft>
              <a:defRPr sz="900"/>
            </a:lvl2pPr>
            <a:lvl3pPr>
              <a:spcBef>
                <a:spcPts val="200"/>
              </a:spcBef>
              <a:spcAft>
                <a:spcPts val="200"/>
              </a:spcAft>
              <a:defRPr sz="800"/>
            </a:lvl3pPr>
            <a:lvl4pPr>
              <a:spcBef>
                <a:spcPts val="200"/>
              </a:spcBef>
              <a:spcAft>
                <a:spcPts val="200"/>
              </a:spcAft>
              <a:defRPr sz="800"/>
            </a:lvl4pPr>
            <a:lvl5pPr>
              <a:defRPr sz="800"/>
            </a:lvl5pPr>
          </a:lstStyle>
          <a:p>
            <a:pPr lvl="0"/>
            <a:r>
              <a:rPr lang="en-GB"/>
              <a:t>subtitle</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386196360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 Notes">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4" name="Title 3">
            <a:extLst>
              <a:ext uri="{FF2B5EF4-FFF2-40B4-BE49-F238E27FC236}">
                <a16:creationId xmlns:a16="http://schemas.microsoft.com/office/drawing/2014/main" id="{37E79821-7D61-4DB8-BF65-6EF5080136D0}"/>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95537635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72079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4" name="Title 3">
            <a:extLst>
              <a:ext uri="{FF2B5EF4-FFF2-40B4-BE49-F238E27FC236}">
                <a16:creationId xmlns:a16="http://schemas.microsoft.com/office/drawing/2014/main" id="{5B019735-A3DC-4210-99D8-6D17E301425D}"/>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8560122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ataViz - Text &amp; Chart">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hasCustomPrompt="1"/>
          </p:nvPr>
        </p:nvSpPr>
        <p:spPr>
          <a:xfrm>
            <a:off x="3581400" y="6344048"/>
            <a:ext cx="8100568" cy="128016"/>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GB"/>
              <a:t>Source:</a:t>
            </a:r>
            <a:endParaRPr lang="en-GB" dirty="0"/>
          </a:p>
        </p:txBody>
      </p:sp>
      <p:sp>
        <p:nvSpPr>
          <p:cNvPr id="11" name="Chart Placeholder 1">
            <a:extLst>
              <a:ext uri="{FF2B5EF4-FFF2-40B4-BE49-F238E27FC236}">
                <a16:creationId xmlns:a16="http://schemas.microsoft.com/office/drawing/2014/main" id="{F069B3FF-2A85-4684-B67A-A15E60817978}"/>
              </a:ext>
            </a:extLst>
          </p:cNvPr>
          <p:cNvSpPr>
            <a:spLocks noGrp="1"/>
          </p:cNvSpPr>
          <p:nvPr>
            <p:ph type="chart" sz="quarter" idx="15"/>
          </p:nvPr>
        </p:nvSpPr>
        <p:spPr>
          <a:xfrm>
            <a:off x="3582988" y="1616075"/>
            <a:ext cx="8097837" cy="4690872"/>
          </a:xfrm>
        </p:spPr>
        <p:txBody>
          <a:bodyPr/>
          <a:lstStyle/>
          <a:p>
            <a:r>
              <a:rPr lang="en-US"/>
              <a:t>Click icon to add chart</a:t>
            </a:r>
            <a:endParaRPr lang="en-US" dirty="0"/>
          </a:p>
        </p:txBody>
      </p:sp>
      <p:sp>
        <p:nvSpPr>
          <p:cNvPr id="5" name="Content Placeholder 1">
            <a:extLst>
              <a:ext uri="{FF2B5EF4-FFF2-40B4-BE49-F238E27FC236}">
                <a16:creationId xmlns:a16="http://schemas.microsoft.com/office/drawing/2014/main" id="{6B1107DB-399B-4B4B-8DCC-7D73ACC954D7}"/>
              </a:ext>
            </a:extLst>
          </p:cNvPr>
          <p:cNvSpPr>
            <a:spLocks noGrp="1"/>
          </p:cNvSpPr>
          <p:nvPr>
            <p:ph sz="quarter" idx="12"/>
          </p:nvPr>
        </p:nvSpPr>
        <p:spPr>
          <a:xfrm>
            <a:off x="508001" y="1616600"/>
            <a:ext cx="2973388" cy="4855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3582988" y="998538"/>
            <a:ext cx="8097837" cy="539496"/>
          </a:xfrm>
        </p:spPr>
        <p:txBody>
          <a:bodyPr anchor="b" anchorCtr="0"/>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7" y="382588"/>
            <a:ext cx="8094663" cy="539496"/>
          </a:xfrm>
        </p:spPr>
        <p:txBody>
          <a:bodyPr/>
          <a:lstStyle/>
          <a:p>
            <a:r>
              <a:rPr lang="en-US"/>
              <a:t>Click to edit Master title style</a:t>
            </a:r>
            <a:endParaRPr lang="en-GB" dirty="0"/>
          </a:p>
        </p:txBody>
      </p:sp>
      <p:sp>
        <p:nvSpPr>
          <p:cNvPr id="9" name="Rectangle 8">
            <a:extLst>
              <a:ext uri="{FF2B5EF4-FFF2-40B4-BE49-F238E27FC236}">
                <a16:creationId xmlns:a16="http://schemas.microsoft.com/office/drawing/2014/main" id="{45334540-36C1-4A7B-98A2-26EC27BAF8D7}"/>
              </a:ext>
            </a:extLst>
          </p:cNvPr>
          <p:cNvSpPr/>
          <p:nvPr userDrawn="1"/>
        </p:nvSpPr>
        <p:spPr>
          <a:xfrm>
            <a:off x="-1930400" y="452438"/>
            <a:ext cx="1744079" cy="24003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GB" sz="1200">
                <a:solidFill>
                  <a:schemeClr val="bg1"/>
                </a:solidFill>
                <a:latin typeface="Calibre-Semibold" panose="020B0703030202060203" pitchFamily="34" charset="0"/>
              </a:rPr>
              <a:t>DataViz layout options are </a:t>
            </a:r>
            <a:br>
              <a:rPr lang="en-GB" sz="1200">
                <a:solidFill>
                  <a:schemeClr val="bg1"/>
                </a:solidFill>
                <a:latin typeface="Calibre-Semibold" panose="020B0703030202060203" pitchFamily="34" charset="0"/>
              </a:rPr>
            </a:br>
            <a:r>
              <a:rPr lang="en-GB"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GB"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GB" sz="1200">
                <a:solidFill>
                  <a:schemeClr val="bg1"/>
                </a:solidFill>
                <a:latin typeface="+mn-lt"/>
              </a:rPr>
              <a:t>Complex charts requiring extra room such as org or Gantt charts</a:t>
            </a:r>
            <a:endParaRPr lang="en-GB" sz="1200" dirty="0">
              <a:solidFill>
                <a:schemeClr val="bg1"/>
              </a:solidFill>
              <a:latin typeface="+mn-lt"/>
            </a:endParaRPr>
          </a:p>
        </p:txBody>
      </p:sp>
    </p:spTree>
    <p:extLst>
      <p:ext uri="{BB962C8B-B14F-4D97-AF65-F5344CB8AC3E}">
        <p14:creationId xmlns:p14="http://schemas.microsoft.com/office/powerpoint/2010/main" val="122625905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DataViz - 1 Chart">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hasCustomPrompt="1"/>
          </p:nvPr>
        </p:nvSpPr>
        <p:spPr>
          <a:xfrm>
            <a:off x="508000" y="6344286"/>
            <a:ext cx="11173968" cy="128016"/>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GB"/>
              <a:t>Source:</a:t>
            </a:r>
            <a:endParaRPr lang="en-GB" dirty="0"/>
          </a:p>
        </p:txBody>
      </p:sp>
      <p:sp>
        <p:nvSpPr>
          <p:cNvPr id="11" name="Chart Placeholder 1">
            <a:extLst>
              <a:ext uri="{FF2B5EF4-FFF2-40B4-BE49-F238E27FC236}">
                <a16:creationId xmlns:a16="http://schemas.microsoft.com/office/drawing/2014/main" id="{F069B3FF-2A85-4684-B67A-A15E60817978}"/>
              </a:ext>
            </a:extLst>
          </p:cNvPr>
          <p:cNvSpPr>
            <a:spLocks noGrp="1"/>
          </p:cNvSpPr>
          <p:nvPr>
            <p:ph type="chart" sz="quarter" idx="15"/>
          </p:nvPr>
        </p:nvSpPr>
        <p:spPr>
          <a:xfrm>
            <a:off x="508001" y="1616600"/>
            <a:ext cx="11172825" cy="4690872"/>
          </a:xfrm>
        </p:spPr>
        <p:txBody>
          <a:bodyPr/>
          <a:lstStyle/>
          <a:p>
            <a:r>
              <a:rPr lang="en-US"/>
              <a:t>Click icon to add chart</a:t>
            </a:r>
            <a:endParaRPr lang="en-US"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508001" y="998538"/>
            <a:ext cx="8097839" cy="539496"/>
          </a:xfrm>
        </p:spPr>
        <p:txBody>
          <a:bodyPr anchor="b" anchorCtr="0"/>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382588"/>
            <a:ext cx="8094661" cy="544512"/>
          </a:xfrm>
        </p:spPr>
        <p:txBody>
          <a:bodyPr/>
          <a:lstStyle/>
          <a:p>
            <a:r>
              <a:rPr lang="en-US"/>
              <a:t>Click to edit Master title style</a:t>
            </a:r>
            <a:endParaRPr lang="en-GB" dirty="0"/>
          </a:p>
        </p:txBody>
      </p:sp>
      <p:sp>
        <p:nvSpPr>
          <p:cNvPr id="6" name="Rectangle 5">
            <a:extLst>
              <a:ext uri="{FF2B5EF4-FFF2-40B4-BE49-F238E27FC236}">
                <a16:creationId xmlns:a16="http://schemas.microsoft.com/office/drawing/2014/main" id="{AFE50AC3-1A60-4D57-A979-A8C79358B704}"/>
              </a:ext>
            </a:extLst>
          </p:cNvPr>
          <p:cNvSpPr/>
          <p:nvPr userDrawn="1"/>
        </p:nvSpPr>
        <p:spPr>
          <a:xfrm>
            <a:off x="-1930400" y="452438"/>
            <a:ext cx="1744079" cy="24003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GB" sz="1200">
                <a:solidFill>
                  <a:schemeClr val="bg1"/>
                </a:solidFill>
                <a:latin typeface="Calibre-Semibold" panose="020B0703030202060203" pitchFamily="34" charset="0"/>
              </a:rPr>
              <a:t>DataViz layout options are </a:t>
            </a:r>
            <a:br>
              <a:rPr lang="en-GB" sz="1200">
                <a:solidFill>
                  <a:schemeClr val="bg1"/>
                </a:solidFill>
                <a:latin typeface="Calibre-Semibold" panose="020B0703030202060203" pitchFamily="34" charset="0"/>
              </a:rPr>
            </a:br>
            <a:r>
              <a:rPr lang="en-GB"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GB"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GB" sz="1200">
                <a:solidFill>
                  <a:schemeClr val="bg1"/>
                </a:solidFill>
                <a:latin typeface="+mn-lt"/>
              </a:rPr>
              <a:t>Complex charts requiring extra room such as org or Gantt charts</a:t>
            </a:r>
            <a:endParaRPr lang="en-GB" sz="1200" dirty="0">
              <a:solidFill>
                <a:schemeClr val="bg1"/>
              </a:solidFill>
              <a:latin typeface="+mn-lt"/>
            </a:endParaRPr>
          </a:p>
        </p:txBody>
      </p:sp>
    </p:spTree>
    <p:extLst>
      <p:ext uri="{BB962C8B-B14F-4D97-AF65-F5344CB8AC3E}">
        <p14:creationId xmlns:p14="http://schemas.microsoft.com/office/powerpoint/2010/main" val="323379114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DataViz - 2 Charts 1:2">
    <p:spTree>
      <p:nvGrpSpPr>
        <p:cNvPr id="1" name=""/>
        <p:cNvGrpSpPr/>
        <p:nvPr/>
      </p:nvGrpSpPr>
      <p:grpSpPr>
        <a:xfrm>
          <a:off x="0" y="0"/>
          <a:ext cx="0" cy="0"/>
          <a:chOff x="0" y="0"/>
          <a:chExt cx="0" cy="0"/>
        </a:xfrm>
      </p:grpSpPr>
      <p:sp>
        <p:nvSpPr>
          <p:cNvPr id="10" name="Source Placeholder 2">
            <a:extLst>
              <a:ext uri="{FF2B5EF4-FFF2-40B4-BE49-F238E27FC236}">
                <a16:creationId xmlns:a16="http://schemas.microsoft.com/office/drawing/2014/main" id="{404A0EDF-1C0E-4A60-9F6A-5BBEC4A08262}"/>
              </a:ext>
            </a:extLst>
          </p:cNvPr>
          <p:cNvSpPr>
            <a:spLocks noGrp="1"/>
          </p:cNvSpPr>
          <p:nvPr>
            <p:ph type="body" sz="quarter" idx="18" hasCustomPrompt="1"/>
          </p:nvPr>
        </p:nvSpPr>
        <p:spPr>
          <a:xfrm>
            <a:off x="3582989" y="6342634"/>
            <a:ext cx="8101012" cy="129669"/>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GB"/>
              <a:t>Source:</a:t>
            </a:r>
            <a:endParaRPr lang="en-GB" dirty="0"/>
          </a:p>
        </p:txBody>
      </p:sp>
      <p:sp>
        <p:nvSpPr>
          <p:cNvPr id="6" name="Chart Placeholder 2">
            <a:extLst>
              <a:ext uri="{FF2B5EF4-FFF2-40B4-BE49-F238E27FC236}">
                <a16:creationId xmlns:a16="http://schemas.microsoft.com/office/drawing/2014/main" id="{7F799BFF-9B81-4666-8735-69E578E73846}"/>
              </a:ext>
            </a:extLst>
          </p:cNvPr>
          <p:cNvSpPr>
            <a:spLocks noGrp="1"/>
          </p:cNvSpPr>
          <p:nvPr>
            <p:ph type="chart" sz="quarter" idx="17"/>
          </p:nvPr>
        </p:nvSpPr>
        <p:spPr>
          <a:xfrm>
            <a:off x="3582989" y="1616600"/>
            <a:ext cx="8101012" cy="4690872"/>
          </a:xfrm>
        </p:spPr>
        <p:txBody>
          <a:bodyPr/>
          <a:lstStyle/>
          <a:p>
            <a:r>
              <a:rPr lang="en-US"/>
              <a:t>Click icon to add chart</a:t>
            </a:r>
            <a:endParaRPr lang="en-US" dirty="0"/>
          </a:p>
        </p:txBody>
      </p:sp>
      <p:sp>
        <p:nvSpPr>
          <p:cNvPr id="4" name="Subheading Placeholder 2">
            <a:extLst>
              <a:ext uri="{FF2B5EF4-FFF2-40B4-BE49-F238E27FC236}">
                <a16:creationId xmlns:a16="http://schemas.microsoft.com/office/drawing/2014/main" id="{1A90358D-2B37-4C05-B07A-D213892133E0}"/>
              </a:ext>
            </a:extLst>
          </p:cNvPr>
          <p:cNvSpPr>
            <a:spLocks noGrp="1"/>
          </p:cNvSpPr>
          <p:nvPr>
            <p:ph type="body" sz="quarter" idx="16" hasCustomPrompt="1"/>
          </p:nvPr>
        </p:nvSpPr>
        <p:spPr>
          <a:xfrm>
            <a:off x="3582989" y="998538"/>
            <a:ext cx="8101012" cy="539496"/>
          </a:xfrm>
        </p:spPr>
        <p:txBody>
          <a:bodyPr anchor="b" anchorCtr="0"/>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hasCustomPrompt="1"/>
          </p:nvPr>
        </p:nvSpPr>
        <p:spPr>
          <a:xfrm>
            <a:off x="508001" y="6344286"/>
            <a:ext cx="2973388" cy="128016"/>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GB"/>
              <a:t>Source:</a:t>
            </a:r>
            <a:endParaRPr lang="en-GB" dirty="0"/>
          </a:p>
        </p:txBody>
      </p:sp>
      <p:sp>
        <p:nvSpPr>
          <p:cNvPr id="11" name="Chart Placeholder 1">
            <a:extLst>
              <a:ext uri="{FF2B5EF4-FFF2-40B4-BE49-F238E27FC236}">
                <a16:creationId xmlns:a16="http://schemas.microsoft.com/office/drawing/2014/main" id="{F069B3FF-2A85-4684-B67A-A15E60817978}"/>
              </a:ext>
            </a:extLst>
          </p:cNvPr>
          <p:cNvSpPr>
            <a:spLocks noGrp="1"/>
          </p:cNvSpPr>
          <p:nvPr>
            <p:ph type="chart" sz="quarter" idx="15"/>
          </p:nvPr>
        </p:nvSpPr>
        <p:spPr>
          <a:xfrm>
            <a:off x="508001" y="1616600"/>
            <a:ext cx="2973388" cy="4690872"/>
          </a:xfrm>
        </p:spPr>
        <p:txBody>
          <a:bodyPr/>
          <a:lstStyle/>
          <a:p>
            <a:r>
              <a:rPr lang="en-US"/>
              <a:t>Click icon to add chart</a:t>
            </a:r>
            <a:endParaRPr lang="en-US"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507999" y="998538"/>
            <a:ext cx="2973388" cy="539496"/>
          </a:xfrm>
        </p:spPr>
        <p:txBody>
          <a:bodyPr anchor="b" anchorCtr="0"/>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382588"/>
            <a:ext cx="8094661" cy="544512"/>
          </a:xfrm>
        </p:spPr>
        <p:txBody>
          <a:bodyPr/>
          <a:lstStyle/>
          <a:p>
            <a:r>
              <a:rPr lang="en-US"/>
              <a:t>Click to edit Master title style</a:t>
            </a:r>
            <a:endParaRPr lang="en-GB" dirty="0"/>
          </a:p>
        </p:txBody>
      </p:sp>
      <p:sp>
        <p:nvSpPr>
          <p:cNvPr id="9" name="Rectangle 8">
            <a:extLst>
              <a:ext uri="{FF2B5EF4-FFF2-40B4-BE49-F238E27FC236}">
                <a16:creationId xmlns:a16="http://schemas.microsoft.com/office/drawing/2014/main" id="{7F40EDE4-13E8-4599-B183-575C0BC0B7CD}"/>
              </a:ext>
            </a:extLst>
          </p:cNvPr>
          <p:cNvSpPr/>
          <p:nvPr userDrawn="1"/>
        </p:nvSpPr>
        <p:spPr>
          <a:xfrm>
            <a:off x="-1930400" y="452438"/>
            <a:ext cx="1744079" cy="24003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GB" sz="1200">
                <a:solidFill>
                  <a:schemeClr val="bg1"/>
                </a:solidFill>
                <a:latin typeface="Calibre-Semibold" panose="020B0703030202060203" pitchFamily="34" charset="0"/>
              </a:rPr>
              <a:t>DataViz layout options are </a:t>
            </a:r>
            <a:br>
              <a:rPr lang="en-GB" sz="1200">
                <a:solidFill>
                  <a:schemeClr val="bg1"/>
                </a:solidFill>
                <a:latin typeface="Calibre-Semibold" panose="020B0703030202060203" pitchFamily="34" charset="0"/>
              </a:rPr>
            </a:br>
            <a:r>
              <a:rPr lang="en-GB"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GB"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GB" sz="1200">
                <a:solidFill>
                  <a:schemeClr val="bg1"/>
                </a:solidFill>
                <a:latin typeface="+mn-lt"/>
              </a:rPr>
              <a:t>Complex charts requiring extra room such as org or Gantt charts</a:t>
            </a:r>
            <a:endParaRPr lang="en-GB" sz="1200" dirty="0">
              <a:solidFill>
                <a:schemeClr val="bg1"/>
              </a:solidFill>
              <a:latin typeface="+mn-lt"/>
            </a:endParaRPr>
          </a:p>
        </p:txBody>
      </p:sp>
    </p:spTree>
    <p:extLst>
      <p:ext uri="{BB962C8B-B14F-4D97-AF65-F5344CB8AC3E}">
        <p14:creationId xmlns:p14="http://schemas.microsoft.com/office/powerpoint/2010/main" val="26347514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DataViz - 2 Charts 1:1">
    <p:spTree>
      <p:nvGrpSpPr>
        <p:cNvPr id="1" name=""/>
        <p:cNvGrpSpPr/>
        <p:nvPr/>
      </p:nvGrpSpPr>
      <p:grpSpPr>
        <a:xfrm>
          <a:off x="0" y="0"/>
          <a:ext cx="0" cy="0"/>
          <a:chOff x="0" y="0"/>
          <a:chExt cx="0" cy="0"/>
        </a:xfrm>
      </p:grpSpPr>
      <p:sp>
        <p:nvSpPr>
          <p:cNvPr id="10" name="Source Placeholder 2">
            <a:extLst>
              <a:ext uri="{FF2B5EF4-FFF2-40B4-BE49-F238E27FC236}">
                <a16:creationId xmlns:a16="http://schemas.microsoft.com/office/drawing/2014/main" id="{404A0EDF-1C0E-4A60-9F6A-5BBEC4A08262}"/>
              </a:ext>
            </a:extLst>
          </p:cNvPr>
          <p:cNvSpPr>
            <a:spLocks noGrp="1"/>
          </p:cNvSpPr>
          <p:nvPr>
            <p:ph type="body" sz="quarter" idx="18" hasCustomPrompt="1"/>
          </p:nvPr>
        </p:nvSpPr>
        <p:spPr>
          <a:xfrm>
            <a:off x="6148386" y="6342634"/>
            <a:ext cx="5535615" cy="129669"/>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GB"/>
              <a:t>Source:</a:t>
            </a:r>
            <a:endParaRPr lang="en-GB" dirty="0"/>
          </a:p>
        </p:txBody>
      </p:sp>
      <p:sp>
        <p:nvSpPr>
          <p:cNvPr id="6" name="Chart Placeholder 2">
            <a:extLst>
              <a:ext uri="{FF2B5EF4-FFF2-40B4-BE49-F238E27FC236}">
                <a16:creationId xmlns:a16="http://schemas.microsoft.com/office/drawing/2014/main" id="{7F799BFF-9B81-4666-8735-69E578E73846}"/>
              </a:ext>
            </a:extLst>
          </p:cNvPr>
          <p:cNvSpPr>
            <a:spLocks noGrp="1"/>
          </p:cNvSpPr>
          <p:nvPr>
            <p:ph type="chart" sz="quarter" idx="17"/>
          </p:nvPr>
        </p:nvSpPr>
        <p:spPr>
          <a:xfrm>
            <a:off x="6148386" y="1616600"/>
            <a:ext cx="5535615" cy="4690872"/>
          </a:xfrm>
        </p:spPr>
        <p:txBody>
          <a:bodyPr/>
          <a:lstStyle/>
          <a:p>
            <a:r>
              <a:rPr lang="en-US"/>
              <a:t>Click icon to add chart</a:t>
            </a:r>
            <a:endParaRPr lang="en-US" dirty="0"/>
          </a:p>
        </p:txBody>
      </p:sp>
      <p:sp>
        <p:nvSpPr>
          <p:cNvPr id="4" name="Subheading Placeholder 2">
            <a:extLst>
              <a:ext uri="{FF2B5EF4-FFF2-40B4-BE49-F238E27FC236}">
                <a16:creationId xmlns:a16="http://schemas.microsoft.com/office/drawing/2014/main" id="{1A90358D-2B37-4C05-B07A-D213892133E0}"/>
              </a:ext>
            </a:extLst>
          </p:cNvPr>
          <p:cNvSpPr>
            <a:spLocks noGrp="1"/>
          </p:cNvSpPr>
          <p:nvPr>
            <p:ph type="body" sz="quarter" idx="16" hasCustomPrompt="1"/>
          </p:nvPr>
        </p:nvSpPr>
        <p:spPr>
          <a:xfrm>
            <a:off x="6148386" y="998538"/>
            <a:ext cx="5535615" cy="539496"/>
          </a:xfrm>
        </p:spPr>
        <p:txBody>
          <a:bodyPr anchor="b" anchorCtr="0"/>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hasCustomPrompt="1"/>
          </p:nvPr>
        </p:nvSpPr>
        <p:spPr>
          <a:xfrm>
            <a:off x="508000" y="6344286"/>
            <a:ext cx="5535613" cy="128016"/>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GB"/>
              <a:t>Source:</a:t>
            </a:r>
            <a:endParaRPr lang="en-GB" dirty="0"/>
          </a:p>
        </p:txBody>
      </p:sp>
      <p:sp>
        <p:nvSpPr>
          <p:cNvPr id="11" name="Chart Placeholder 1">
            <a:extLst>
              <a:ext uri="{FF2B5EF4-FFF2-40B4-BE49-F238E27FC236}">
                <a16:creationId xmlns:a16="http://schemas.microsoft.com/office/drawing/2014/main" id="{F069B3FF-2A85-4684-B67A-A15E60817978}"/>
              </a:ext>
            </a:extLst>
          </p:cNvPr>
          <p:cNvSpPr>
            <a:spLocks noGrp="1"/>
          </p:cNvSpPr>
          <p:nvPr>
            <p:ph type="chart" sz="quarter" idx="15"/>
          </p:nvPr>
        </p:nvSpPr>
        <p:spPr>
          <a:xfrm>
            <a:off x="508000" y="1616600"/>
            <a:ext cx="5535613" cy="4690872"/>
          </a:xfrm>
        </p:spPr>
        <p:txBody>
          <a:bodyPr/>
          <a:lstStyle/>
          <a:p>
            <a:r>
              <a:rPr lang="en-US"/>
              <a:t>Click icon to add chart</a:t>
            </a:r>
            <a:endParaRPr lang="en-US"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507999" y="998538"/>
            <a:ext cx="5535613" cy="539496"/>
          </a:xfrm>
        </p:spPr>
        <p:txBody>
          <a:bodyPr anchor="b" anchorCtr="0"/>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382588"/>
            <a:ext cx="8094661" cy="544512"/>
          </a:xfrm>
        </p:spPr>
        <p:txBody>
          <a:bodyPr/>
          <a:lstStyle/>
          <a:p>
            <a:r>
              <a:rPr lang="en-US"/>
              <a:t>Click to edit Master title style</a:t>
            </a:r>
            <a:endParaRPr lang="en-GB" dirty="0"/>
          </a:p>
        </p:txBody>
      </p:sp>
      <p:sp>
        <p:nvSpPr>
          <p:cNvPr id="9" name="Rectangle 8">
            <a:extLst>
              <a:ext uri="{FF2B5EF4-FFF2-40B4-BE49-F238E27FC236}">
                <a16:creationId xmlns:a16="http://schemas.microsoft.com/office/drawing/2014/main" id="{73875C39-C05D-4620-968F-6C6F1B810003}"/>
              </a:ext>
            </a:extLst>
          </p:cNvPr>
          <p:cNvSpPr/>
          <p:nvPr userDrawn="1"/>
        </p:nvSpPr>
        <p:spPr>
          <a:xfrm>
            <a:off x="-1930400" y="452438"/>
            <a:ext cx="1744079" cy="24003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GB" sz="1200">
                <a:solidFill>
                  <a:schemeClr val="bg1"/>
                </a:solidFill>
                <a:latin typeface="Calibre-Semibold" panose="020B0703030202060203" pitchFamily="34" charset="0"/>
              </a:rPr>
              <a:t>DataViz layout options are </a:t>
            </a:r>
            <a:br>
              <a:rPr lang="en-GB" sz="1200">
                <a:solidFill>
                  <a:schemeClr val="bg1"/>
                </a:solidFill>
                <a:latin typeface="Calibre-Semibold" panose="020B0703030202060203" pitchFamily="34" charset="0"/>
              </a:rPr>
            </a:br>
            <a:r>
              <a:rPr lang="en-GB"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GB"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GB" sz="1200">
                <a:solidFill>
                  <a:schemeClr val="bg1"/>
                </a:solidFill>
                <a:latin typeface="+mn-lt"/>
              </a:rPr>
              <a:t>Complex charts requiring extra room such as org or Gantt charts</a:t>
            </a:r>
            <a:endParaRPr lang="en-GB" sz="1200" dirty="0">
              <a:solidFill>
                <a:schemeClr val="bg1"/>
              </a:solidFill>
              <a:latin typeface="+mn-lt"/>
            </a:endParaRPr>
          </a:p>
        </p:txBody>
      </p:sp>
    </p:spTree>
    <p:extLst>
      <p:ext uri="{BB962C8B-B14F-4D97-AF65-F5344CB8AC3E}">
        <p14:creationId xmlns:p14="http://schemas.microsoft.com/office/powerpoint/2010/main" val="410472262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DataViz - 3 Charts">
    <p:spTree>
      <p:nvGrpSpPr>
        <p:cNvPr id="1" name=""/>
        <p:cNvGrpSpPr/>
        <p:nvPr/>
      </p:nvGrpSpPr>
      <p:grpSpPr>
        <a:xfrm>
          <a:off x="0" y="0"/>
          <a:ext cx="0" cy="0"/>
          <a:chOff x="0" y="0"/>
          <a:chExt cx="0" cy="0"/>
        </a:xfrm>
      </p:grpSpPr>
      <p:sp>
        <p:nvSpPr>
          <p:cNvPr id="14" name="Source Placeholder 3">
            <a:extLst>
              <a:ext uri="{FF2B5EF4-FFF2-40B4-BE49-F238E27FC236}">
                <a16:creationId xmlns:a16="http://schemas.microsoft.com/office/drawing/2014/main" id="{D6AE0AA0-FEF7-46E7-8BC9-EB6D66ADC8E4}"/>
              </a:ext>
            </a:extLst>
          </p:cNvPr>
          <p:cNvSpPr>
            <a:spLocks noGrp="1"/>
          </p:cNvSpPr>
          <p:nvPr>
            <p:ph type="body" sz="quarter" idx="21" hasCustomPrompt="1"/>
          </p:nvPr>
        </p:nvSpPr>
        <p:spPr>
          <a:xfrm>
            <a:off x="7678040" y="6342634"/>
            <a:ext cx="3483864" cy="129669"/>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GB"/>
              <a:t>Source:</a:t>
            </a:r>
            <a:endParaRPr lang="en-GB" dirty="0"/>
          </a:p>
        </p:txBody>
      </p:sp>
      <p:sp>
        <p:nvSpPr>
          <p:cNvPr id="12" name="Chart Placeholder 3">
            <a:extLst>
              <a:ext uri="{FF2B5EF4-FFF2-40B4-BE49-F238E27FC236}">
                <a16:creationId xmlns:a16="http://schemas.microsoft.com/office/drawing/2014/main" id="{41D3DC06-D2A2-4F90-B91A-8FFA8737D3B8}"/>
              </a:ext>
            </a:extLst>
          </p:cNvPr>
          <p:cNvSpPr>
            <a:spLocks noGrp="1"/>
          </p:cNvSpPr>
          <p:nvPr>
            <p:ph type="chart" sz="quarter" idx="20"/>
          </p:nvPr>
        </p:nvSpPr>
        <p:spPr>
          <a:xfrm>
            <a:off x="7678040" y="1616600"/>
            <a:ext cx="3483864" cy="4690872"/>
          </a:xfrm>
        </p:spPr>
        <p:txBody>
          <a:bodyPr/>
          <a:lstStyle/>
          <a:p>
            <a:r>
              <a:rPr lang="en-US"/>
              <a:t>Click icon to add chart</a:t>
            </a:r>
            <a:endParaRPr lang="en-US" dirty="0"/>
          </a:p>
        </p:txBody>
      </p:sp>
      <p:sp>
        <p:nvSpPr>
          <p:cNvPr id="5" name="Subheading Placeholder 3">
            <a:extLst>
              <a:ext uri="{FF2B5EF4-FFF2-40B4-BE49-F238E27FC236}">
                <a16:creationId xmlns:a16="http://schemas.microsoft.com/office/drawing/2014/main" id="{0CCB7705-183B-47CB-8EBE-D47E0F723930}"/>
              </a:ext>
            </a:extLst>
          </p:cNvPr>
          <p:cNvSpPr>
            <a:spLocks noGrp="1"/>
          </p:cNvSpPr>
          <p:nvPr>
            <p:ph type="body" sz="quarter" idx="19" hasCustomPrompt="1"/>
          </p:nvPr>
        </p:nvSpPr>
        <p:spPr>
          <a:xfrm>
            <a:off x="7678040" y="998538"/>
            <a:ext cx="3483864" cy="539496"/>
          </a:xfrm>
        </p:spPr>
        <p:txBody>
          <a:bodyPr anchor="b" anchorCtr="0"/>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10" name="Source Placeholder 2">
            <a:extLst>
              <a:ext uri="{FF2B5EF4-FFF2-40B4-BE49-F238E27FC236}">
                <a16:creationId xmlns:a16="http://schemas.microsoft.com/office/drawing/2014/main" id="{404A0EDF-1C0E-4A60-9F6A-5BBEC4A08262}"/>
              </a:ext>
            </a:extLst>
          </p:cNvPr>
          <p:cNvSpPr>
            <a:spLocks noGrp="1"/>
          </p:cNvSpPr>
          <p:nvPr>
            <p:ph type="body" sz="quarter" idx="18" hasCustomPrompt="1"/>
          </p:nvPr>
        </p:nvSpPr>
        <p:spPr>
          <a:xfrm>
            <a:off x="4094163" y="6342634"/>
            <a:ext cx="3483864" cy="129669"/>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GB"/>
              <a:t>Source:</a:t>
            </a:r>
            <a:endParaRPr lang="en-GB" dirty="0"/>
          </a:p>
        </p:txBody>
      </p:sp>
      <p:sp>
        <p:nvSpPr>
          <p:cNvPr id="6" name="Chart Placeholder 2">
            <a:extLst>
              <a:ext uri="{FF2B5EF4-FFF2-40B4-BE49-F238E27FC236}">
                <a16:creationId xmlns:a16="http://schemas.microsoft.com/office/drawing/2014/main" id="{7F799BFF-9B81-4666-8735-69E578E73846}"/>
              </a:ext>
            </a:extLst>
          </p:cNvPr>
          <p:cNvSpPr>
            <a:spLocks noGrp="1"/>
          </p:cNvSpPr>
          <p:nvPr>
            <p:ph type="chart" sz="quarter" idx="17"/>
          </p:nvPr>
        </p:nvSpPr>
        <p:spPr>
          <a:xfrm>
            <a:off x="4094163" y="1616600"/>
            <a:ext cx="3483864" cy="4690872"/>
          </a:xfrm>
        </p:spPr>
        <p:txBody>
          <a:bodyPr/>
          <a:lstStyle/>
          <a:p>
            <a:r>
              <a:rPr lang="en-US"/>
              <a:t>Click icon to add chart</a:t>
            </a:r>
            <a:endParaRPr lang="en-US" dirty="0"/>
          </a:p>
        </p:txBody>
      </p:sp>
      <p:sp>
        <p:nvSpPr>
          <p:cNvPr id="4" name="Subheading Placeholder 2">
            <a:extLst>
              <a:ext uri="{FF2B5EF4-FFF2-40B4-BE49-F238E27FC236}">
                <a16:creationId xmlns:a16="http://schemas.microsoft.com/office/drawing/2014/main" id="{1A90358D-2B37-4C05-B07A-D213892133E0}"/>
              </a:ext>
            </a:extLst>
          </p:cNvPr>
          <p:cNvSpPr>
            <a:spLocks noGrp="1"/>
          </p:cNvSpPr>
          <p:nvPr>
            <p:ph type="body" sz="quarter" idx="16" hasCustomPrompt="1"/>
          </p:nvPr>
        </p:nvSpPr>
        <p:spPr>
          <a:xfrm>
            <a:off x="4094163" y="998538"/>
            <a:ext cx="3483864" cy="539496"/>
          </a:xfrm>
        </p:spPr>
        <p:txBody>
          <a:bodyPr anchor="b" anchorCtr="0"/>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hasCustomPrompt="1"/>
          </p:nvPr>
        </p:nvSpPr>
        <p:spPr>
          <a:xfrm>
            <a:off x="508001" y="6344286"/>
            <a:ext cx="3486151" cy="128016"/>
          </a:xfrm>
        </p:spPr>
        <p:txBody>
          <a:bodyPr/>
          <a:lstStyle>
            <a:lvl1pPr>
              <a:spcBef>
                <a:spcPts val="600"/>
              </a:spcBef>
              <a:spcAft>
                <a:spcPts val="0"/>
              </a:spcAft>
              <a:defRPr sz="900">
                <a:latin typeface="+mn-lt"/>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GB"/>
              <a:t>Source:</a:t>
            </a:r>
            <a:endParaRPr lang="en-GB" dirty="0"/>
          </a:p>
        </p:txBody>
      </p:sp>
      <p:sp>
        <p:nvSpPr>
          <p:cNvPr id="11" name="Chart Placeholder 1">
            <a:extLst>
              <a:ext uri="{FF2B5EF4-FFF2-40B4-BE49-F238E27FC236}">
                <a16:creationId xmlns:a16="http://schemas.microsoft.com/office/drawing/2014/main" id="{F069B3FF-2A85-4684-B67A-A15E60817978}"/>
              </a:ext>
            </a:extLst>
          </p:cNvPr>
          <p:cNvSpPr>
            <a:spLocks noGrp="1"/>
          </p:cNvSpPr>
          <p:nvPr>
            <p:ph type="chart" sz="quarter" idx="15"/>
          </p:nvPr>
        </p:nvSpPr>
        <p:spPr>
          <a:xfrm>
            <a:off x="508001" y="1616600"/>
            <a:ext cx="3486151" cy="4690872"/>
          </a:xfrm>
        </p:spPr>
        <p:txBody>
          <a:bodyPr/>
          <a:lstStyle/>
          <a:p>
            <a:r>
              <a:rPr lang="en-US"/>
              <a:t>Click icon to add chart</a:t>
            </a:r>
            <a:endParaRPr lang="en-US" dirty="0"/>
          </a:p>
        </p:txBody>
      </p:sp>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507999" y="998538"/>
            <a:ext cx="3486151" cy="539496"/>
          </a:xfrm>
        </p:spPr>
        <p:txBody>
          <a:bodyPr anchor="b" anchorCtr="0"/>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382588"/>
            <a:ext cx="8094661" cy="544512"/>
          </a:xfrm>
        </p:spPr>
        <p:txBody>
          <a:bodyPr/>
          <a:lstStyle/>
          <a:p>
            <a:r>
              <a:rPr lang="en-US"/>
              <a:t>Click to edit Master title style</a:t>
            </a:r>
            <a:endParaRPr lang="en-GB" dirty="0"/>
          </a:p>
        </p:txBody>
      </p:sp>
      <p:sp>
        <p:nvSpPr>
          <p:cNvPr id="13" name="Rectangle 12">
            <a:extLst>
              <a:ext uri="{FF2B5EF4-FFF2-40B4-BE49-F238E27FC236}">
                <a16:creationId xmlns:a16="http://schemas.microsoft.com/office/drawing/2014/main" id="{CC542269-BA10-4622-8D68-A9226E510CE5}"/>
              </a:ext>
            </a:extLst>
          </p:cNvPr>
          <p:cNvSpPr/>
          <p:nvPr userDrawn="1"/>
        </p:nvSpPr>
        <p:spPr>
          <a:xfrm>
            <a:off x="-1930400" y="452438"/>
            <a:ext cx="1744079" cy="24003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GB" sz="1200">
                <a:solidFill>
                  <a:schemeClr val="bg1"/>
                </a:solidFill>
                <a:latin typeface="Calibre-Semibold" panose="020B0703030202060203" pitchFamily="34" charset="0"/>
              </a:rPr>
              <a:t>DataViz layout options are </a:t>
            </a:r>
            <a:br>
              <a:rPr lang="en-GB" sz="1200">
                <a:solidFill>
                  <a:schemeClr val="bg1"/>
                </a:solidFill>
                <a:latin typeface="Calibre-Semibold" panose="020B0703030202060203" pitchFamily="34" charset="0"/>
              </a:rPr>
            </a:br>
            <a:r>
              <a:rPr lang="en-GB"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GB"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GB" sz="1200">
                <a:solidFill>
                  <a:schemeClr val="bg1"/>
                </a:solidFill>
                <a:latin typeface="+mn-lt"/>
              </a:rPr>
              <a:t>Complex charts requiring extra room such as org or Gantt charts</a:t>
            </a:r>
            <a:endParaRPr lang="en-GB" sz="1200" dirty="0">
              <a:solidFill>
                <a:schemeClr val="bg1"/>
              </a:solidFill>
              <a:latin typeface="+mn-lt"/>
            </a:endParaRPr>
          </a:p>
        </p:txBody>
      </p:sp>
    </p:spTree>
    <p:extLst>
      <p:ext uri="{BB962C8B-B14F-4D97-AF65-F5344CB8AC3E}">
        <p14:creationId xmlns:p14="http://schemas.microsoft.com/office/powerpoint/2010/main" val="223438396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DataViz - Title Only">
    <p:spTree>
      <p:nvGrpSpPr>
        <p:cNvPr id="1" name=""/>
        <p:cNvGrpSpPr/>
        <p:nvPr/>
      </p:nvGrpSpPr>
      <p:grpSpPr>
        <a:xfrm>
          <a:off x="0" y="0"/>
          <a:ext cx="0" cy="0"/>
          <a:chOff x="0" y="0"/>
          <a:chExt cx="0" cy="0"/>
        </a:xfrm>
      </p:grpSpPr>
      <p:sp>
        <p:nvSpPr>
          <p:cNvPr id="8" name="Subheading Placeholder 1">
            <a:extLst>
              <a:ext uri="{FF2B5EF4-FFF2-40B4-BE49-F238E27FC236}">
                <a16:creationId xmlns:a16="http://schemas.microsoft.com/office/drawing/2014/main" id="{478E80C0-0E36-48D9-AC93-9C6F4EC94042}"/>
              </a:ext>
            </a:extLst>
          </p:cNvPr>
          <p:cNvSpPr>
            <a:spLocks noGrp="1"/>
          </p:cNvSpPr>
          <p:nvPr>
            <p:ph type="body" sz="quarter" idx="13" hasCustomPrompt="1"/>
          </p:nvPr>
        </p:nvSpPr>
        <p:spPr>
          <a:xfrm>
            <a:off x="508001" y="998538"/>
            <a:ext cx="8097839" cy="539496"/>
          </a:xfrm>
        </p:spPr>
        <p:txBody>
          <a:bodyPr anchor="b" anchorCtr="0"/>
          <a:lstStyle>
            <a:lvl1pPr>
              <a:spcAft>
                <a:spcPts val="600"/>
              </a:spcAft>
              <a:defRPr lang="en-US" sz="1500" b="0" dirty="0" smtClean="0">
                <a:solidFill>
                  <a:schemeClr val="tx1"/>
                </a:solidFill>
                <a:latin typeface="Calibre Semibold" panose="020B0703030202060203" pitchFamily="34" charset="0"/>
                <a:ea typeface="+mn-ea"/>
                <a:cs typeface="+mn-cs"/>
              </a:defRPr>
            </a:lvl1pPr>
            <a:lvl2pPr>
              <a:spcBef>
                <a:spcPts val="300"/>
              </a:spcBef>
              <a:spcAft>
                <a:spcPts val="300"/>
              </a:spcAft>
              <a:defRPr lang="en-US" sz="1200" dirty="0" smtClean="0">
                <a:solidFill>
                  <a:schemeClr val="tx1"/>
                </a:solidFill>
                <a:latin typeface="+mn-lt"/>
                <a:ea typeface="+mn-ea"/>
                <a:cs typeface="+mn-cs"/>
              </a:defRPr>
            </a:lvl2pPr>
            <a:lvl3pPr marL="171450" indent="-171450">
              <a:buFont typeface="Calibre" panose="020B0503030202060203" pitchFamily="34" charset="0"/>
              <a:buChar char="–"/>
              <a:defRPr lang="en-US" sz="1200" dirty="0" smtClean="0">
                <a:solidFill>
                  <a:schemeClr val="tx1"/>
                </a:solidFill>
                <a:latin typeface="+mn-lt"/>
                <a:ea typeface="+mn-ea"/>
                <a:cs typeface="+mn-cs"/>
              </a:defRPr>
            </a:lvl3pPr>
            <a:lvl4pPr marL="356616">
              <a:defRPr lang="en-US" sz="1200" b="0" dirty="0" smtClean="0">
                <a:solidFill>
                  <a:schemeClr val="tx1"/>
                </a:solidFill>
                <a:latin typeface="+mn-lt"/>
                <a:ea typeface="+mn-ea"/>
                <a:cs typeface="+mn-cs"/>
              </a:defRPr>
            </a:lvl4pPr>
            <a:lvl5pPr marL="0" indent="0">
              <a:spcBef>
                <a:spcPts val="600"/>
              </a:spcBef>
              <a:spcAft>
                <a:spcPts val="0"/>
              </a:spcAft>
              <a:buFontTx/>
              <a:buNone/>
              <a:defRPr lang="en-US" sz="1200" dirty="0" smtClean="0">
                <a:solidFill>
                  <a:schemeClr val="tx1"/>
                </a:solidFill>
                <a:latin typeface="Calibre Semibold" panose="020B0703030202060203" pitchFamily="34" charset="0"/>
                <a:ea typeface="+mn-ea"/>
                <a:cs typeface="+mn-cs"/>
              </a:defRPr>
            </a:lvl5pPr>
            <a:lvl6pPr>
              <a:defRPr lang="en-US" sz="1050" dirty="0" smtClean="0">
                <a:solidFill>
                  <a:schemeClr val="tx1"/>
                </a:solidFill>
                <a:latin typeface="Calibre Semibold" panose="020B0703030202060203" pitchFamily="34" charset="0"/>
                <a:ea typeface="+mn-ea"/>
                <a:cs typeface="+mn-cs"/>
              </a:defRPr>
            </a:lvl6pPr>
            <a:lvl7pPr>
              <a:spcBef>
                <a:spcPts val="300"/>
              </a:spcBef>
              <a:spcAft>
                <a:spcPts val="300"/>
              </a:spcAft>
              <a:defRPr lang="en-US" sz="1050" dirty="0" smtClean="0">
                <a:solidFill>
                  <a:schemeClr val="tx1"/>
                </a:solidFill>
                <a:latin typeface="+mn-lt"/>
                <a:ea typeface="+mn-ea"/>
                <a:cs typeface="+mn-cs"/>
              </a:defRPr>
            </a:lvl7pPr>
            <a:lvl8pPr marL="171450" indent="-171450">
              <a:spcBef>
                <a:spcPts val="200"/>
              </a:spcBef>
              <a:spcAft>
                <a:spcPts val="0"/>
              </a:spcAft>
              <a:buFont typeface="Calibre" panose="020B0503030202060203" pitchFamily="34" charset="0"/>
              <a:buChar char="–"/>
              <a:defRPr lang="en-US" sz="1050" dirty="0" smtClean="0">
                <a:solidFill>
                  <a:schemeClr val="tx1"/>
                </a:solidFill>
                <a:latin typeface="+mn-lt"/>
                <a:ea typeface="+mn-ea"/>
                <a:cs typeface="+mn-cs"/>
              </a:defRPr>
            </a:lvl8pPr>
            <a:lvl9pPr>
              <a:spcBef>
                <a:spcPts val="200"/>
              </a:spcBef>
              <a:defRPr/>
            </a:lvl9pPr>
          </a:lstStyle>
          <a:p>
            <a:pPr lvl="0"/>
            <a:r>
              <a:rPr lang="en-GB"/>
              <a:t>Sub heading</a:t>
            </a:r>
            <a:endParaRPr lang="en-GB" dirty="0"/>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6" y="382588"/>
            <a:ext cx="8094661" cy="544512"/>
          </a:xfrm>
        </p:spPr>
        <p:txBody>
          <a:bodyPr/>
          <a:lstStyle/>
          <a:p>
            <a:r>
              <a:rPr lang="en-US"/>
              <a:t>Click to edit Master title style</a:t>
            </a:r>
            <a:endParaRPr lang="en-GB" dirty="0"/>
          </a:p>
        </p:txBody>
      </p:sp>
      <p:sp>
        <p:nvSpPr>
          <p:cNvPr id="4" name="Rectangle 3">
            <a:extLst>
              <a:ext uri="{FF2B5EF4-FFF2-40B4-BE49-F238E27FC236}">
                <a16:creationId xmlns:a16="http://schemas.microsoft.com/office/drawing/2014/main" id="{076A4C78-3196-41ED-921E-1BF70B0BECBB}"/>
              </a:ext>
            </a:extLst>
          </p:cNvPr>
          <p:cNvSpPr/>
          <p:nvPr userDrawn="1"/>
        </p:nvSpPr>
        <p:spPr>
          <a:xfrm>
            <a:off x="-1930400" y="452438"/>
            <a:ext cx="1744079" cy="2400300"/>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GB" sz="1200">
                <a:solidFill>
                  <a:schemeClr val="bg1"/>
                </a:solidFill>
                <a:latin typeface="Calibre-Semibold" panose="020B0703030202060203" pitchFamily="34" charset="0"/>
              </a:rPr>
              <a:t>DataViz layout options are </a:t>
            </a:r>
            <a:br>
              <a:rPr lang="en-GB" sz="1200">
                <a:solidFill>
                  <a:schemeClr val="bg1"/>
                </a:solidFill>
                <a:latin typeface="Calibre-Semibold" panose="020B0703030202060203" pitchFamily="34" charset="0"/>
              </a:rPr>
            </a:br>
            <a:r>
              <a:rPr lang="en-GB" sz="1200">
                <a:solidFill>
                  <a:schemeClr val="bg1"/>
                </a:solidFill>
                <a:latin typeface="Calibre-Semibold" panose="020B0703030202060203" pitchFamily="34" charset="0"/>
              </a:rPr>
              <a:t>only for:</a:t>
            </a:r>
          </a:p>
          <a:p>
            <a:pPr marL="171450" lvl="1" indent="-171450" algn="l">
              <a:spcAft>
                <a:spcPts val="300"/>
              </a:spcAft>
              <a:buFont typeface="+mj-lt"/>
              <a:buAutoNum type="arabicPeriod"/>
            </a:pPr>
            <a:r>
              <a:rPr lang="en-GB" sz="1200">
                <a:solidFill>
                  <a:schemeClr val="bg1"/>
                </a:solidFill>
                <a:latin typeface="+mn-lt"/>
              </a:rPr>
              <a:t>speaker presentations where charts need to be larger to be legible</a:t>
            </a:r>
          </a:p>
          <a:p>
            <a:pPr marL="171450" lvl="1" indent="-171450" algn="l">
              <a:spcAft>
                <a:spcPts val="300"/>
              </a:spcAft>
              <a:buFont typeface="+mj-lt"/>
              <a:buAutoNum type="arabicPeriod"/>
            </a:pPr>
            <a:r>
              <a:rPr lang="en-GB" sz="1200">
                <a:solidFill>
                  <a:schemeClr val="bg1"/>
                </a:solidFill>
                <a:latin typeface="+mn-lt"/>
              </a:rPr>
              <a:t>Complex charts requiring extra room such as org or Gantt charts</a:t>
            </a:r>
            <a:endParaRPr lang="en-GB" sz="1200" dirty="0">
              <a:solidFill>
                <a:schemeClr val="bg1"/>
              </a:solidFill>
              <a:latin typeface="+mn-lt"/>
            </a:endParaRPr>
          </a:p>
        </p:txBody>
      </p:sp>
    </p:spTree>
    <p:extLst>
      <p:ext uri="{BB962C8B-B14F-4D97-AF65-F5344CB8AC3E}">
        <p14:creationId xmlns:p14="http://schemas.microsoft.com/office/powerpoint/2010/main" val="369180850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ase Study 1">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Lst>
          </p:cNvPr>
          <p:cNvCxnSpPr>
            <a:cxnSpLocks/>
          </p:cNvCxnSpPr>
          <p:nvPr/>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1" y="411481"/>
            <a:ext cx="1936751"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GB"/>
              <a:t>Navigation Header</a:t>
            </a:r>
            <a:endParaRPr lang="en-GB" dirty="0"/>
          </a:p>
        </p:txBody>
      </p:sp>
      <p:sp>
        <p:nvSpPr>
          <p:cNvPr id="5" name="Coordinates">
            <a:extLst>
              <a:ext uri="{FF2B5EF4-FFF2-40B4-BE49-F238E27FC236}">
                <a16:creationId xmlns:a16="http://schemas.microsoft.com/office/drawing/2014/main" id="{735830CE-2387-4F0C-BB9A-0C9CFCCAC27F}"/>
              </a:ext>
            </a:extLst>
          </p:cNvPr>
          <p:cNvSpPr>
            <a:spLocks noGrp="1"/>
          </p:cNvSpPr>
          <p:nvPr>
            <p:ph sz="quarter" idx="47" hasCustomPrompt="1"/>
          </p:nvPr>
        </p:nvSpPr>
        <p:spPr>
          <a:xfrm>
            <a:off x="503240" y="1360488"/>
            <a:ext cx="2460625" cy="182563"/>
          </a:xfrm>
        </p:spPr>
        <p:txBody>
          <a:bodyPr wrap="none" anchor="b" anchorCtr="0"/>
          <a:lstStyle>
            <a:lvl1pPr>
              <a:defRPr sz="800">
                <a:solidFill>
                  <a:srgbClr val="80BBAD"/>
                </a:solidFill>
                <a:latin typeface="Space Mono" panose="02000509040000020004" pitchFamily="49" charset="0"/>
              </a:defRPr>
            </a:lvl1pPr>
          </a:lstStyle>
          <a:p>
            <a:pPr lvl="0"/>
            <a:r>
              <a:rPr lang="en-GB"/>
              <a:t>Coordinates Here</a:t>
            </a:r>
            <a:endParaRPr lang="en-GB" dirty="0"/>
          </a:p>
        </p:txBody>
      </p:sp>
      <p:sp>
        <p:nvSpPr>
          <p:cNvPr id="10" name="Title 1">
            <a:extLst>
              <a:ext uri="{FF2B5EF4-FFF2-40B4-BE49-F238E27FC236}">
                <a16:creationId xmlns:a16="http://schemas.microsoft.com/office/drawing/2014/main" id="{477F03F6-9538-49CE-8D06-38030765E7BB}"/>
              </a:ext>
            </a:extLst>
          </p:cNvPr>
          <p:cNvSpPr>
            <a:spLocks noGrp="1"/>
          </p:cNvSpPr>
          <p:nvPr>
            <p:ph type="title" hasCustomPrompt="1"/>
          </p:nvPr>
        </p:nvSpPr>
        <p:spPr>
          <a:xfrm>
            <a:off x="511176" y="1616075"/>
            <a:ext cx="7581899" cy="1149350"/>
          </a:xfrm>
        </p:spPr>
        <p:txBody>
          <a:bodyPr/>
          <a:lstStyle>
            <a:lvl1pPr>
              <a:defRPr/>
            </a:lvl1pPr>
          </a:lstStyle>
          <a:p>
            <a:r>
              <a:rPr lang="en-GB"/>
              <a:t>Asset/Property name,</a:t>
            </a:r>
            <a:br>
              <a:rPr lang="en-GB"/>
            </a:br>
            <a:r>
              <a:rPr lang="en-GB"/>
              <a:t>City name</a:t>
            </a:r>
            <a:endParaRPr lang="en-GB" dirty="0"/>
          </a:p>
        </p:txBody>
      </p:sp>
      <p:sp>
        <p:nvSpPr>
          <p:cNvPr id="31" name="Content Placeholder 1">
            <a:extLst>
              <a:ext uri="{FF2B5EF4-FFF2-40B4-BE49-F238E27FC236}">
                <a16:creationId xmlns:a16="http://schemas.microsoft.com/office/drawing/2014/main" id="{5FF70B67-C845-4CFA-837C-62210E7EFBF0}"/>
              </a:ext>
            </a:extLst>
          </p:cNvPr>
          <p:cNvSpPr>
            <a:spLocks noGrp="1"/>
          </p:cNvSpPr>
          <p:nvPr>
            <p:ph sz="quarter" idx="37"/>
          </p:nvPr>
        </p:nvSpPr>
        <p:spPr>
          <a:xfrm>
            <a:off x="511178" y="2852739"/>
            <a:ext cx="2452687" cy="3619499"/>
          </a:xfrm>
          <a:solidFill>
            <a:schemeClr val="tx1"/>
          </a:solidFill>
        </p:spPr>
        <p:txBody>
          <a:bodyPr lIns="73152" tIns="73152" rIns="73152"/>
          <a:lstStyle>
            <a:lvl1pPr marL="0" indent="0">
              <a:spcBef>
                <a:spcPts val="600"/>
              </a:spcBef>
              <a:spcAft>
                <a:spcPts val="0"/>
              </a:spcAft>
              <a:defRPr sz="1500">
                <a:solidFill>
                  <a:schemeClr val="bg1"/>
                </a:solidFill>
                <a:latin typeface="Calibre Semibold" panose="020B0703030202060203" pitchFamily="34" charset="0"/>
              </a:defRPr>
            </a:lvl1pPr>
            <a:lvl2pPr>
              <a:spcBef>
                <a:spcPts val="300"/>
              </a:spcBef>
              <a:spcAft>
                <a:spcPts val="600"/>
              </a:spcAft>
              <a:defRPr sz="1200">
                <a:solidFill>
                  <a:schemeClr val="bg1"/>
                </a:solidFill>
                <a:latin typeface="+mn-lt"/>
              </a:defRPr>
            </a:lvl2pPr>
            <a:lvl3pPr marL="171450" indent="-171450">
              <a:spcAft>
                <a:spcPts val="300"/>
              </a:spcAft>
              <a:buFont typeface="Arial" panose="020B0604020202020204" pitchFamily="34" charset="0"/>
              <a:buChar char="‒"/>
              <a:defRPr>
                <a:solidFill>
                  <a:schemeClr val="bg1"/>
                </a:solidFill>
              </a:defRPr>
            </a:lvl3pPr>
            <a:lvl4pPr marL="342900" indent="-171450">
              <a:spcBef>
                <a:spcPts val="0"/>
              </a:spcBef>
              <a:spcAft>
                <a:spcPts val="300"/>
              </a:spcAft>
              <a:defRPr sz="1200">
                <a:solidFill>
                  <a:schemeClr val="bg1"/>
                </a:solidFill>
              </a:defRPr>
            </a:lvl4pPr>
            <a:lvl5pPr marL="342900" indent="-166688">
              <a:spcBef>
                <a:spcPts val="0"/>
              </a:spcBef>
              <a:spcAft>
                <a:spcPts val="300"/>
              </a:spcAf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Content Placeholder 2">
            <a:extLst>
              <a:ext uri="{FF2B5EF4-FFF2-40B4-BE49-F238E27FC236}">
                <a16:creationId xmlns:a16="http://schemas.microsoft.com/office/drawing/2014/main" id="{B7EEA141-FDB4-406C-9BF3-6371663430BD}"/>
              </a:ext>
            </a:extLst>
          </p:cNvPr>
          <p:cNvSpPr>
            <a:spLocks noGrp="1"/>
          </p:cNvSpPr>
          <p:nvPr>
            <p:ph sz="quarter" idx="46"/>
          </p:nvPr>
        </p:nvSpPr>
        <p:spPr>
          <a:xfrm>
            <a:off x="3073401" y="2852739"/>
            <a:ext cx="5019675" cy="3619499"/>
          </a:xfrm>
        </p:spPr>
        <p:txBody>
          <a:bodyPr tIns="73152"/>
          <a:lstStyle>
            <a:lvl1pPr marL="0" indent="0">
              <a:spcBef>
                <a:spcPts val="0"/>
              </a:spcBef>
              <a:spcAft>
                <a:spcPts val="600"/>
              </a:spcAft>
              <a:defRPr sz="1500">
                <a:latin typeface="Calibre Semibold" panose="020B0703030202060203" pitchFamily="34" charset="0"/>
              </a:defRPr>
            </a:lvl1pPr>
            <a:lvl2pPr>
              <a:spcBef>
                <a:spcPts val="0"/>
              </a:spcBef>
              <a:spcAft>
                <a:spcPts val="600"/>
              </a:spcAft>
              <a:defRPr sz="1200">
                <a:latin typeface="+mn-lt"/>
              </a:defRPr>
            </a:lvl2pPr>
            <a:lvl3pPr marL="171450" indent="-171450">
              <a:spcAft>
                <a:spcPts val="300"/>
              </a:spcAft>
              <a:buFont typeface="Arial" panose="020B0604020202020204" pitchFamily="34" charset="0"/>
              <a:buChar char="‒"/>
              <a:defRPr/>
            </a:lvl3pPr>
            <a:lvl4pPr marL="342900" indent="-171450">
              <a:spcBef>
                <a:spcPts val="0"/>
              </a:spcBef>
              <a:spcAft>
                <a:spcPts val="300"/>
              </a:spcAft>
              <a:defRPr sz="1200"/>
            </a:lvl4pPr>
            <a:lvl5pPr marL="342900" indent="-166688">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
            <a:extLst>
              <a:ext uri="{FF2B5EF4-FFF2-40B4-BE49-F238E27FC236}">
                <a16:creationId xmlns:a16="http://schemas.microsoft.com/office/drawing/2014/main" id="{4CA5A327-FD7D-44EB-8524-8382370C09EA}"/>
              </a:ext>
            </a:extLst>
          </p:cNvPr>
          <p:cNvSpPr>
            <a:spLocks noGrp="1"/>
          </p:cNvSpPr>
          <p:nvPr>
            <p:ph type="pic" sz="quarter" idx="42"/>
          </p:nvPr>
        </p:nvSpPr>
        <p:spPr>
          <a:xfrm>
            <a:off x="8194675" y="2852739"/>
            <a:ext cx="3486148" cy="3619499"/>
          </a:xfrm>
          <a:solidFill>
            <a:srgbClr val="CBCDCB"/>
          </a:solidFill>
        </p:spPr>
        <p:txBody>
          <a:bodyPr rIns="0" anchor="ctr" anchorCtr="0"/>
          <a:lstStyle>
            <a:lvl1pPr algn="ctr">
              <a:defRPr/>
            </a:lvl1pPr>
          </a:lstStyle>
          <a:p>
            <a:r>
              <a:rPr lang="en-US"/>
              <a:t>Click icon to add picture</a:t>
            </a:r>
            <a:endParaRPr lang="en-GB" dirty="0"/>
          </a:p>
        </p:txBody>
      </p:sp>
      <p:sp>
        <p:nvSpPr>
          <p:cNvPr id="24" name="Quote Name Placeholder">
            <a:extLst>
              <a:ext uri="{FF2B5EF4-FFF2-40B4-BE49-F238E27FC236}">
                <a16:creationId xmlns:a16="http://schemas.microsoft.com/office/drawing/2014/main" id="{4A30F32B-E426-4724-BE90-F0B8DDAFDF48}"/>
              </a:ext>
            </a:extLst>
          </p:cNvPr>
          <p:cNvSpPr>
            <a:spLocks noGrp="1"/>
          </p:cNvSpPr>
          <p:nvPr>
            <p:ph type="body" sz="quarter" idx="49" hasCustomPrompt="1"/>
          </p:nvPr>
        </p:nvSpPr>
        <p:spPr>
          <a:xfrm>
            <a:off x="8194676" y="2361247"/>
            <a:ext cx="3484563" cy="404178"/>
          </a:xfrm>
        </p:spPr>
        <p:txBody>
          <a:bodyPr rIns="0"/>
          <a:lstStyle>
            <a:lvl1pPr algn="r">
              <a:spcBef>
                <a:spcPts val="0"/>
              </a:spcBef>
              <a:spcAft>
                <a:spcPts val="0"/>
              </a:spcAft>
              <a:defRPr sz="1000">
                <a:solidFill>
                  <a:schemeClr val="accent6"/>
                </a:solidFill>
                <a:latin typeface="Financier Display Semibold" panose="02020703070506060203" pitchFamily="18" charset="0"/>
              </a:defRPr>
            </a:lvl1pPr>
            <a:lvl2pPr algn="r">
              <a:defRPr sz="850">
                <a:latin typeface="+mn-lt"/>
              </a:defRPr>
            </a:lvl2pPr>
          </a:lstStyle>
          <a:p>
            <a:pPr lvl="0"/>
            <a:r>
              <a:rPr lang="en-GB"/>
              <a:t>First Lastname</a:t>
            </a:r>
          </a:p>
          <a:p>
            <a:pPr lvl="1"/>
            <a:r>
              <a:rPr lang="en-GB"/>
              <a:t>Title, Company</a:t>
            </a:r>
            <a:endParaRPr lang="en-GB" dirty="0"/>
          </a:p>
        </p:txBody>
      </p:sp>
      <p:sp>
        <p:nvSpPr>
          <p:cNvPr id="22" name="Quote Text Placeholder">
            <a:extLst>
              <a:ext uri="{FF2B5EF4-FFF2-40B4-BE49-F238E27FC236}">
                <a16:creationId xmlns:a16="http://schemas.microsoft.com/office/drawing/2014/main" id="{1C3633B3-6BD8-4C62-AB77-AE4A03FED68F}"/>
              </a:ext>
            </a:extLst>
          </p:cNvPr>
          <p:cNvSpPr>
            <a:spLocks noGrp="1"/>
          </p:cNvSpPr>
          <p:nvPr>
            <p:ph type="body" sz="quarter" idx="48" hasCustomPrompt="1"/>
          </p:nvPr>
        </p:nvSpPr>
        <p:spPr>
          <a:xfrm>
            <a:off x="8194676" y="1616075"/>
            <a:ext cx="3484563" cy="649224"/>
          </a:xfrm>
        </p:spPr>
        <p:txBody>
          <a:bodyPr rIns="0" anchor="b" anchorCtr="0"/>
          <a:lstStyle>
            <a:lvl1pPr algn="r">
              <a:defRPr sz="1600">
                <a:solidFill>
                  <a:srgbClr val="80BBAD"/>
                </a:solidFill>
              </a:defRPr>
            </a:lvl1pPr>
          </a:lstStyle>
          <a:p>
            <a:pPr lvl="0"/>
            <a:r>
              <a:rPr lang="en-GB"/>
              <a:t>Quote Text here</a:t>
            </a:r>
            <a:endParaRPr lang="en-GB" dirty="0"/>
          </a:p>
        </p:txBody>
      </p:sp>
      <p:sp>
        <p:nvSpPr>
          <p:cNvPr id="20" name="Opening Quotes">
            <a:extLst>
              <a:ext uri="{FF2B5EF4-FFF2-40B4-BE49-F238E27FC236}">
                <a16:creationId xmlns:a16="http://schemas.microsoft.com/office/drawing/2014/main" id="{15E826B4-64A6-4A6D-A249-3F1684AD8AFD}"/>
              </a:ext>
            </a:extLst>
          </p:cNvPr>
          <p:cNvSpPr>
            <a:spLocks noChangeAspect="1"/>
          </p:cNvSpPr>
          <p:nvPr/>
        </p:nvSpPr>
        <p:spPr>
          <a:xfrm>
            <a:off x="11445067" y="1601790"/>
            <a:ext cx="235756" cy="181766"/>
          </a:xfrm>
          <a:custGeom>
            <a:avLst/>
            <a:gdLst>
              <a:gd name="connsiteX0" fmla="*/ 1710404 w 3999618"/>
              <a:gd name="connsiteY0" fmla="*/ 2274623 h 3083671"/>
              <a:gd name="connsiteX1" fmla="*/ 916567 w 3999618"/>
              <a:gd name="connsiteY1" fmla="*/ 3083700 h 3083671"/>
              <a:gd name="connsiteX2" fmla="*/ 619 w 3999618"/>
              <a:gd name="connsiteY2" fmla="*/ 1999827 h 3083671"/>
              <a:gd name="connsiteX3" fmla="*/ 1847850 w 3999618"/>
              <a:gd name="connsiteY3" fmla="*/ 29 h 3083671"/>
              <a:gd name="connsiteX4" fmla="*/ 1908905 w 3999618"/>
              <a:gd name="connsiteY4" fmla="*/ 259585 h 3083671"/>
              <a:gd name="connsiteX5" fmla="*/ 687586 w 3999618"/>
              <a:gd name="connsiteY5" fmla="*/ 1465546 h 3083671"/>
              <a:gd name="connsiteX6" fmla="*/ 1710404 w 3999618"/>
              <a:gd name="connsiteY6" fmla="*/ 2274623 h 3083671"/>
              <a:gd name="connsiteX7" fmla="*/ 3801785 w 3999618"/>
              <a:gd name="connsiteY7" fmla="*/ 2274623 h 3083671"/>
              <a:gd name="connsiteX8" fmla="*/ 3007971 w 3999618"/>
              <a:gd name="connsiteY8" fmla="*/ 3083700 h 3083671"/>
              <a:gd name="connsiteX9" fmla="*/ 2091999 w 3999618"/>
              <a:gd name="connsiteY9" fmla="*/ 1999827 h 3083671"/>
              <a:gd name="connsiteX10" fmla="*/ 3939159 w 3999618"/>
              <a:gd name="connsiteY10" fmla="*/ 29 h 3083671"/>
              <a:gd name="connsiteX11" fmla="*/ 4000238 w 3999618"/>
              <a:gd name="connsiteY11" fmla="*/ 259585 h 3083671"/>
              <a:gd name="connsiteX12" fmla="*/ 2778918 w 3999618"/>
              <a:gd name="connsiteY12" fmla="*/ 1465546 h 3083671"/>
              <a:gd name="connsiteX13" fmla="*/ 3801785 w 3999618"/>
              <a:gd name="connsiteY13" fmla="*/ 2274623 h 3083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99618" h="3083671">
                <a:moveTo>
                  <a:pt x="1710404" y="2274623"/>
                </a:moveTo>
                <a:cubicBezTo>
                  <a:pt x="1710404" y="2732585"/>
                  <a:pt x="1328761" y="3083700"/>
                  <a:pt x="916567" y="3083700"/>
                </a:cubicBezTo>
                <a:cubicBezTo>
                  <a:pt x="397454" y="3083700"/>
                  <a:pt x="619" y="2732585"/>
                  <a:pt x="619" y="1999827"/>
                </a:cubicBezTo>
                <a:cubicBezTo>
                  <a:pt x="619" y="1053375"/>
                  <a:pt x="733425" y="167955"/>
                  <a:pt x="1847850" y="29"/>
                </a:cubicBezTo>
                <a:lnTo>
                  <a:pt x="1908905" y="259585"/>
                </a:lnTo>
                <a:cubicBezTo>
                  <a:pt x="1023437" y="473255"/>
                  <a:pt x="687586" y="1068639"/>
                  <a:pt x="687586" y="1465546"/>
                </a:cubicBezTo>
                <a:cubicBezTo>
                  <a:pt x="1176099" y="1358675"/>
                  <a:pt x="1710404" y="1679239"/>
                  <a:pt x="1710404" y="2274623"/>
                </a:cubicBezTo>
                <a:close/>
                <a:moveTo>
                  <a:pt x="3801785" y="2274623"/>
                </a:moveTo>
                <a:cubicBezTo>
                  <a:pt x="3801785" y="2732585"/>
                  <a:pt x="3420142" y="3083700"/>
                  <a:pt x="3007971" y="3083700"/>
                </a:cubicBezTo>
                <a:cubicBezTo>
                  <a:pt x="2488858" y="3083700"/>
                  <a:pt x="2091999" y="2732585"/>
                  <a:pt x="2091999" y="1999827"/>
                </a:cubicBezTo>
                <a:cubicBezTo>
                  <a:pt x="2091999" y="1053375"/>
                  <a:pt x="2824781" y="167955"/>
                  <a:pt x="3939159" y="29"/>
                </a:cubicBezTo>
                <a:lnTo>
                  <a:pt x="4000238" y="259585"/>
                </a:lnTo>
                <a:cubicBezTo>
                  <a:pt x="3114818" y="473255"/>
                  <a:pt x="2778918" y="1068639"/>
                  <a:pt x="2778918" y="1465546"/>
                </a:cubicBezTo>
                <a:cubicBezTo>
                  <a:pt x="3267480" y="1358675"/>
                  <a:pt x="3801785" y="1679239"/>
                  <a:pt x="3801785" y="2274623"/>
                </a:cubicBezTo>
                <a:close/>
              </a:path>
            </a:pathLst>
          </a:custGeom>
          <a:solidFill>
            <a:schemeClr val="accent3"/>
          </a:solidFill>
          <a:ln w="2381" cap="flat">
            <a:noFill/>
            <a:prstDash val="solid"/>
            <a:miter/>
          </a:ln>
        </p:spPr>
        <p:txBody>
          <a:bodyPr rtlCol="0" anchor="ctr"/>
          <a:lstStyle/>
          <a:p>
            <a:endParaRPr lang="en-GB" sz="2200" dirty="0"/>
          </a:p>
        </p:txBody>
      </p:sp>
    </p:spTree>
    <p:extLst>
      <p:ext uri="{BB962C8B-B14F-4D97-AF65-F5344CB8AC3E}">
        <p14:creationId xmlns:p14="http://schemas.microsoft.com/office/powerpoint/2010/main" val="2933033661"/>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ase Study 2">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Lst>
          </p:cNvPr>
          <p:cNvCxnSpPr>
            <a:cxnSpLocks/>
          </p:cNvCxnSpPr>
          <p:nvPr/>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1" y="411481"/>
            <a:ext cx="1936751"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GB"/>
              <a:t>Navigation Header</a:t>
            </a:r>
            <a:endParaRPr lang="en-GB" dirty="0"/>
          </a:p>
        </p:txBody>
      </p:sp>
      <p:sp>
        <p:nvSpPr>
          <p:cNvPr id="5" name="Coordinates">
            <a:extLst>
              <a:ext uri="{FF2B5EF4-FFF2-40B4-BE49-F238E27FC236}">
                <a16:creationId xmlns:a16="http://schemas.microsoft.com/office/drawing/2014/main" id="{735830CE-2387-4F0C-BB9A-0C9CFCCAC27F}"/>
              </a:ext>
            </a:extLst>
          </p:cNvPr>
          <p:cNvSpPr>
            <a:spLocks noGrp="1"/>
          </p:cNvSpPr>
          <p:nvPr>
            <p:ph sz="quarter" idx="47" hasCustomPrompt="1"/>
          </p:nvPr>
        </p:nvSpPr>
        <p:spPr>
          <a:xfrm>
            <a:off x="503240" y="1360488"/>
            <a:ext cx="2460625" cy="182563"/>
          </a:xfrm>
        </p:spPr>
        <p:txBody>
          <a:bodyPr wrap="none" anchor="b" anchorCtr="0"/>
          <a:lstStyle>
            <a:lvl1pPr>
              <a:defRPr sz="800">
                <a:solidFill>
                  <a:srgbClr val="80BBAD"/>
                </a:solidFill>
                <a:latin typeface="Space Mono" panose="02000509040000020004" pitchFamily="49" charset="0"/>
              </a:defRPr>
            </a:lvl1pPr>
          </a:lstStyle>
          <a:p>
            <a:pPr lvl="0"/>
            <a:r>
              <a:rPr lang="en-GB"/>
              <a:t>Coordinates Here</a:t>
            </a:r>
            <a:endParaRPr lang="en-GB" dirty="0"/>
          </a:p>
        </p:txBody>
      </p:sp>
      <p:sp>
        <p:nvSpPr>
          <p:cNvPr id="10" name="Title 1">
            <a:extLst>
              <a:ext uri="{FF2B5EF4-FFF2-40B4-BE49-F238E27FC236}">
                <a16:creationId xmlns:a16="http://schemas.microsoft.com/office/drawing/2014/main" id="{477F03F6-9538-49CE-8D06-38030765E7BB}"/>
              </a:ext>
            </a:extLst>
          </p:cNvPr>
          <p:cNvSpPr>
            <a:spLocks noGrp="1"/>
          </p:cNvSpPr>
          <p:nvPr>
            <p:ph type="title" hasCustomPrompt="1"/>
          </p:nvPr>
        </p:nvSpPr>
        <p:spPr>
          <a:xfrm>
            <a:off x="511176" y="1616075"/>
            <a:ext cx="7581899" cy="1149350"/>
          </a:xfrm>
        </p:spPr>
        <p:txBody>
          <a:bodyPr/>
          <a:lstStyle>
            <a:lvl1pPr>
              <a:defRPr/>
            </a:lvl1pPr>
          </a:lstStyle>
          <a:p>
            <a:r>
              <a:rPr lang="en-GB"/>
              <a:t>Asset/Property name,</a:t>
            </a:r>
            <a:br>
              <a:rPr lang="en-GB"/>
            </a:br>
            <a:r>
              <a:rPr lang="en-GB"/>
              <a:t>City name</a:t>
            </a:r>
            <a:endParaRPr lang="en-GB" dirty="0"/>
          </a:p>
        </p:txBody>
      </p:sp>
      <p:sp>
        <p:nvSpPr>
          <p:cNvPr id="31" name="Content Placeholder 1">
            <a:extLst>
              <a:ext uri="{FF2B5EF4-FFF2-40B4-BE49-F238E27FC236}">
                <a16:creationId xmlns:a16="http://schemas.microsoft.com/office/drawing/2014/main" id="{5FF70B67-C845-4CFA-837C-62210E7EFBF0}"/>
              </a:ext>
            </a:extLst>
          </p:cNvPr>
          <p:cNvSpPr>
            <a:spLocks noGrp="1"/>
          </p:cNvSpPr>
          <p:nvPr>
            <p:ph sz="quarter" idx="37"/>
          </p:nvPr>
        </p:nvSpPr>
        <p:spPr>
          <a:xfrm>
            <a:off x="511178" y="2852739"/>
            <a:ext cx="2452687" cy="3621024"/>
          </a:xfrm>
          <a:solidFill>
            <a:schemeClr val="tx1"/>
          </a:solidFill>
        </p:spPr>
        <p:txBody>
          <a:bodyPr lIns="73152" tIns="73152" rIns="73152"/>
          <a:lstStyle>
            <a:lvl1pPr marL="0" indent="0">
              <a:spcBef>
                <a:spcPts val="600"/>
              </a:spcBef>
              <a:spcAft>
                <a:spcPts val="0"/>
              </a:spcAft>
              <a:defRPr sz="1500">
                <a:solidFill>
                  <a:schemeClr val="bg1"/>
                </a:solidFill>
                <a:latin typeface="Calibre Semibold" panose="020B0703030202060203" pitchFamily="34" charset="0"/>
              </a:defRPr>
            </a:lvl1pPr>
            <a:lvl2pPr>
              <a:spcBef>
                <a:spcPts val="300"/>
              </a:spcBef>
              <a:spcAft>
                <a:spcPts val="600"/>
              </a:spcAft>
              <a:defRPr sz="1200">
                <a:solidFill>
                  <a:schemeClr val="bg1"/>
                </a:solidFill>
                <a:latin typeface="+mn-lt"/>
              </a:defRPr>
            </a:lvl2pPr>
            <a:lvl3pPr marL="171450" indent="-171450">
              <a:spcAft>
                <a:spcPts val="300"/>
              </a:spcAft>
              <a:buFont typeface="Arial" panose="020B0604020202020204" pitchFamily="34" charset="0"/>
              <a:buChar char="‒"/>
              <a:defRPr>
                <a:solidFill>
                  <a:schemeClr val="bg1"/>
                </a:solidFill>
              </a:defRPr>
            </a:lvl3pPr>
            <a:lvl4pPr marL="342900" indent="-171450">
              <a:spcBef>
                <a:spcPts val="0"/>
              </a:spcBef>
              <a:spcAft>
                <a:spcPts val="300"/>
              </a:spcAft>
              <a:defRPr sz="1200">
                <a:solidFill>
                  <a:schemeClr val="bg1"/>
                </a:solidFill>
              </a:defRPr>
            </a:lvl4pPr>
            <a:lvl5pPr marL="342900" indent="-166688">
              <a:spcBef>
                <a:spcPts val="0"/>
              </a:spcBef>
              <a:spcAft>
                <a:spcPts val="300"/>
              </a:spcAf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Content Placeholder 2">
            <a:extLst>
              <a:ext uri="{FF2B5EF4-FFF2-40B4-BE49-F238E27FC236}">
                <a16:creationId xmlns:a16="http://schemas.microsoft.com/office/drawing/2014/main" id="{B7EEA141-FDB4-406C-9BF3-6371663430BD}"/>
              </a:ext>
            </a:extLst>
          </p:cNvPr>
          <p:cNvSpPr>
            <a:spLocks noGrp="1"/>
          </p:cNvSpPr>
          <p:nvPr>
            <p:ph sz="quarter" idx="46"/>
          </p:nvPr>
        </p:nvSpPr>
        <p:spPr>
          <a:xfrm>
            <a:off x="3073401" y="2852739"/>
            <a:ext cx="5019675" cy="3621024"/>
          </a:xfrm>
        </p:spPr>
        <p:txBody>
          <a:bodyPr tIns="73152"/>
          <a:lstStyle>
            <a:lvl1pPr marL="0" indent="0">
              <a:spcBef>
                <a:spcPts val="0"/>
              </a:spcBef>
              <a:spcAft>
                <a:spcPts val="600"/>
              </a:spcAft>
              <a:defRPr sz="1500">
                <a:latin typeface="Calibre Semibold" panose="020B0703030202060203" pitchFamily="34" charset="0"/>
              </a:defRPr>
            </a:lvl1pPr>
            <a:lvl2pPr>
              <a:spcBef>
                <a:spcPts val="0"/>
              </a:spcBef>
              <a:spcAft>
                <a:spcPts val="600"/>
              </a:spcAft>
              <a:defRPr sz="1200">
                <a:latin typeface="+mn-lt"/>
              </a:defRPr>
            </a:lvl2pPr>
            <a:lvl3pPr marL="171450" indent="-171450">
              <a:spcAft>
                <a:spcPts val="300"/>
              </a:spcAft>
              <a:buFont typeface="Arial" panose="020B0604020202020204" pitchFamily="34" charset="0"/>
              <a:buChar char="‒"/>
              <a:defRPr/>
            </a:lvl3pPr>
            <a:lvl4pPr marL="342900" indent="-171450">
              <a:spcBef>
                <a:spcPts val="0"/>
              </a:spcBef>
              <a:spcAft>
                <a:spcPts val="300"/>
              </a:spcAft>
              <a:defRPr sz="1200"/>
            </a:lvl4pPr>
            <a:lvl5pPr marL="342900" indent="-166688">
              <a:spcBef>
                <a:spcPts val="0"/>
              </a:spcBef>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
            <a:extLst>
              <a:ext uri="{FF2B5EF4-FFF2-40B4-BE49-F238E27FC236}">
                <a16:creationId xmlns:a16="http://schemas.microsoft.com/office/drawing/2014/main" id="{4CA5A327-FD7D-44EB-8524-8382370C09EA}"/>
              </a:ext>
            </a:extLst>
          </p:cNvPr>
          <p:cNvSpPr>
            <a:spLocks noGrp="1"/>
          </p:cNvSpPr>
          <p:nvPr>
            <p:ph type="pic" sz="quarter" idx="42"/>
          </p:nvPr>
        </p:nvSpPr>
        <p:spPr>
          <a:xfrm>
            <a:off x="8194675" y="382589"/>
            <a:ext cx="3997325" cy="6091236"/>
          </a:xfrm>
          <a:solidFill>
            <a:srgbClr val="CBCDCB"/>
          </a:solidFill>
        </p:spPr>
        <p:txBody>
          <a:bodyPr rIns="0" anchor="ctr" anchorCtr="0"/>
          <a:lstStyle>
            <a:lvl1pPr algn="ctr">
              <a:defRPr/>
            </a:lvl1pPr>
          </a:lstStyle>
          <a:p>
            <a:r>
              <a:rPr lang="en-US"/>
              <a:t>Click icon to add picture</a:t>
            </a:r>
            <a:endParaRPr lang="en-GB" dirty="0"/>
          </a:p>
        </p:txBody>
      </p:sp>
    </p:spTree>
    <p:extLst>
      <p:ext uri="{BB962C8B-B14F-4D97-AF65-F5344CB8AC3E}">
        <p14:creationId xmlns:p14="http://schemas.microsoft.com/office/powerpoint/2010/main" val="3072877801"/>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rack Record - 2up">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Lst>
          </p:cNvPr>
          <p:cNvCxnSpPr>
            <a:cxnSpLocks/>
          </p:cNvCxnSpPr>
          <p:nvPr/>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1" y="411481"/>
            <a:ext cx="1936751"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GB"/>
              <a:t>Navigation Header</a:t>
            </a:r>
            <a:endParaRPr lang="en-GB" dirty="0"/>
          </a:p>
        </p:txBody>
      </p:sp>
      <p:sp>
        <p:nvSpPr>
          <p:cNvPr id="4" name="Sector Asset Placeholder 1">
            <a:extLst>
              <a:ext uri="{FF2B5EF4-FFF2-40B4-BE49-F238E27FC236}">
                <a16:creationId xmlns:a16="http://schemas.microsoft.com/office/drawing/2014/main" id="{F1FAD510-C3A7-4BC0-86FD-34B90AED9906}"/>
              </a:ext>
            </a:extLst>
          </p:cNvPr>
          <p:cNvSpPr>
            <a:spLocks noGrp="1"/>
          </p:cNvSpPr>
          <p:nvPr>
            <p:ph sz="quarter" idx="44" hasCustomPrompt="1"/>
          </p:nvPr>
        </p:nvSpPr>
        <p:spPr>
          <a:xfrm>
            <a:off x="511177" y="1616075"/>
            <a:ext cx="5021263" cy="463750"/>
          </a:xfrm>
        </p:spPr>
        <p:txBody>
          <a:bodyPr anchor="b" anchorCtr="0"/>
          <a:lstStyle>
            <a:lvl1pPr>
              <a:defRPr>
                <a:solidFill>
                  <a:srgbClr val="96B3B6"/>
                </a:solidFill>
              </a:defRPr>
            </a:lvl1pPr>
          </a:lstStyle>
          <a:p>
            <a:pPr lvl="0"/>
            <a:r>
              <a:rPr lang="en-GB"/>
              <a:t>Sector or Asset Type</a:t>
            </a:r>
            <a:endParaRPr lang="en-GB" dirty="0"/>
          </a:p>
        </p:txBody>
      </p:sp>
      <p:sp>
        <p:nvSpPr>
          <p:cNvPr id="11" name="Co. Name Placeholder 1">
            <a:extLst>
              <a:ext uri="{FF2B5EF4-FFF2-40B4-BE49-F238E27FC236}">
                <a16:creationId xmlns:a16="http://schemas.microsoft.com/office/drawing/2014/main" id="{9800EAE4-EAC3-4553-BED8-0EC4A0970E21}"/>
              </a:ext>
            </a:extLst>
          </p:cNvPr>
          <p:cNvSpPr>
            <a:spLocks noGrp="1"/>
          </p:cNvSpPr>
          <p:nvPr>
            <p:ph type="body" sz="quarter" idx="45" hasCustomPrompt="1"/>
          </p:nvPr>
        </p:nvSpPr>
        <p:spPr>
          <a:xfrm>
            <a:off x="503239" y="2227264"/>
            <a:ext cx="4328160" cy="195262"/>
          </a:xfrm>
        </p:spPr>
        <p:txBody>
          <a:bodyPr rIns="0" anchor="b" anchorCtr="0"/>
          <a:lstStyle>
            <a:lvl1pPr>
              <a:defRPr sz="1400" cap="all" baseline="0">
                <a:latin typeface="Calibre Medium" panose="020B0603030202060203" pitchFamily="34" charset="0"/>
              </a:defRPr>
            </a:lvl1pPr>
          </a:lstStyle>
          <a:p>
            <a:pPr lvl="0"/>
            <a:r>
              <a:rPr lang="en-GB"/>
              <a:t>Company Name</a:t>
            </a:r>
            <a:endParaRPr lang="en-GB" dirty="0"/>
          </a:p>
        </p:txBody>
      </p:sp>
      <p:sp>
        <p:nvSpPr>
          <p:cNvPr id="14" name="Year Placeholder 1">
            <a:extLst>
              <a:ext uri="{FF2B5EF4-FFF2-40B4-BE49-F238E27FC236}">
                <a16:creationId xmlns:a16="http://schemas.microsoft.com/office/drawing/2014/main" id="{5CBA7C2F-C8B3-40BF-A6ED-C34E99D68E3C}"/>
              </a:ext>
            </a:extLst>
          </p:cNvPr>
          <p:cNvSpPr>
            <a:spLocks noGrp="1"/>
          </p:cNvSpPr>
          <p:nvPr>
            <p:ph type="body" sz="quarter" idx="46" hasCustomPrompt="1"/>
          </p:nvPr>
        </p:nvSpPr>
        <p:spPr>
          <a:xfrm>
            <a:off x="4831399" y="2227264"/>
            <a:ext cx="692584" cy="195262"/>
          </a:xfrm>
        </p:spPr>
        <p:txBody>
          <a:bodyPr rIns="0" anchor="b" anchorCtr="0"/>
          <a:lstStyle>
            <a:lvl1pPr algn="r">
              <a:defRPr sz="1400" cap="all" baseline="0">
                <a:solidFill>
                  <a:srgbClr val="17E88F"/>
                </a:solidFill>
                <a:latin typeface="Calibre Medium" panose="020B0603030202060203" pitchFamily="34" charset="0"/>
              </a:defRPr>
            </a:lvl1pPr>
          </a:lstStyle>
          <a:p>
            <a:pPr lvl="0"/>
            <a:r>
              <a:rPr lang="en-GB"/>
              <a:t>Year</a:t>
            </a:r>
            <a:endParaRPr lang="en-GB" dirty="0"/>
          </a:p>
        </p:txBody>
      </p:sp>
      <p:cxnSp>
        <p:nvCxnSpPr>
          <p:cNvPr id="13" name="Horizontal Line 1">
            <a:extLst>
              <a:ext uri="{FF2B5EF4-FFF2-40B4-BE49-F238E27FC236}">
                <a16:creationId xmlns:a16="http://schemas.microsoft.com/office/drawing/2014/main" id="{4E0CB380-3C75-4E34-B4FF-DA92053294B4}"/>
              </a:ext>
            </a:extLst>
          </p:cNvPr>
          <p:cNvCxnSpPr/>
          <p:nvPr userDrawn="1"/>
        </p:nvCxnSpPr>
        <p:spPr>
          <a:xfrm>
            <a:off x="502718" y="2491569"/>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Picture Placeholder 1">
            <a:extLst>
              <a:ext uri="{FF2B5EF4-FFF2-40B4-BE49-F238E27FC236}">
                <a16:creationId xmlns:a16="http://schemas.microsoft.com/office/drawing/2014/main" id="{7EEB3600-C258-49C2-A78D-AB51D32B0239}"/>
              </a:ext>
            </a:extLst>
          </p:cNvPr>
          <p:cNvSpPr>
            <a:spLocks noGrp="1"/>
          </p:cNvSpPr>
          <p:nvPr>
            <p:ph type="pic" sz="quarter" idx="42"/>
          </p:nvPr>
        </p:nvSpPr>
        <p:spPr>
          <a:xfrm>
            <a:off x="511175" y="2583933"/>
            <a:ext cx="1947333" cy="2656405"/>
          </a:xfrm>
          <a:solidFill>
            <a:srgbClr val="CBCDCB"/>
          </a:solidFill>
        </p:spPr>
        <p:txBody>
          <a:bodyPr rIns="0" anchor="ctr" anchorCtr="0"/>
          <a:lstStyle>
            <a:lvl1pPr algn="ctr">
              <a:defRPr/>
            </a:lvl1pPr>
          </a:lstStyle>
          <a:p>
            <a:r>
              <a:rPr lang="en-US"/>
              <a:t>Click icon to add picture</a:t>
            </a:r>
            <a:endParaRPr lang="en-GB" dirty="0"/>
          </a:p>
        </p:txBody>
      </p:sp>
      <p:sp>
        <p:nvSpPr>
          <p:cNvPr id="17" name="Table Placeholder 1">
            <a:extLst>
              <a:ext uri="{FF2B5EF4-FFF2-40B4-BE49-F238E27FC236}">
                <a16:creationId xmlns:a16="http://schemas.microsoft.com/office/drawing/2014/main" id="{5EB9FE5C-2D7F-45C1-890E-B58D8F268B6C}"/>
              </a:ext>
            </a:extLst>
          </p:cNvPr>
          <p:cNvSpPr>
            <a:spLocks noGrp="1"/>
          </p:cNvSpPr>
          <p:nvPr>
            <p:ph type="tbl" sz="quarter" idx="47" hasCustomPrompt="1"/>
          </p:nvPr>
        </p:nvSpPr>
        <p:spPr>
          <a:xfrm>
            <a:off x="2556934" y="2584253"/>
            <a:ext cx="2975505" cy="2656086"/>
          </a:xfrm>
        </p:spPr>
        <p:txBody>
          <a:bodyPr rIns="0" anchor="ctr" anchorCtr="0"/>
          <a:lstStyle>
            <a:lvl1pPr algn="ctr">
              <a:defRPr/>
            </a:lvl1pPr>
            <a:lvl2pPr algn="ctr">
              <a:defRPr sz="1200"/>
            </a:lvl2pPr>
          </a:lstStyle>
          <a:p>
            <a:r>
              <a:rPr lang="en-GB"/>
              <a:t>Click icon</a:t>
            </a:r>
            <a:br>
              <a:rPr lang="en-GB"/>
            </a:br>
            <a:r>
              <a:rPr lang="en-GB"/>
              <a:t>to insert table</a:t>
            </a:r>
            <a:br>
              <a:rPr lang="en-GB"/>
            </a:br>
            <a:r>
              <a:rPr lang="en-GB"/>
              <a:t>2 columns x 7 rows</a:t>
            </a:r>
            <a:endParaRPr lang="en-GB" dirty="0"/>
          </a:p>
        </p:txBody>
      </p:sp>
      <p:sp>
        <p:nvSpPr>
          <p:cNvPr id="21" name="Sector Asset Placeholder 2">
            <a:extLst>
              <a:ext uri="{FF2B5EF4-FFF2-40B4-BE49-F238E27FC236}">
                <a16:creationId xmlns:a16="http://schemas.microsoft.com/office/drawing/2014/main" id="{1CB0BF30-A45D-4066-89F3-913BA2DDDFDF}"/>
              </a:ext>
            </a:extLst>
          </p:cNvPr>
          <p:cNvSpPr>
            <a:spLocks noGrp="1"/>
          </p:cNvSpPr>
          <p:nvPr>
            <p:ph sz="quarter" idx="48" hasCustomPrompt="1"/>
          </p:nvPr>
        </p:nvSpPr>
        <p:spPr>
          <a:xfrm>
            <a:off x="6146802" y="1616075"/>
            <a:ext cx="5021263" cy="463750"/>
          </a:xfrm>
        </p:spPr>
        <p:txBody>
          <a:bodyPr anchor="b" anchorCtr="0"/>
          <a:lstStyle>
            <a:lvl1pPr>
              <a:defRPr>
                <a:solidFill>
                  <a:srgbClr val="96B3B6"/>
                </a:solidFill>
              </a:defRPr>
            </a:lvl1pPr>
          </a:lstStyle>
          <a:p>
            <a:pPr lvl="0"/>
            <a:r>
              <a:rPr lang="en-GB"/>
              <a:t>Sector or Asset Type</a:t>
            </a:r>
            <a:endParaRPr lang="en-GB" dirty="0"/>
          </a:p>
        </p:txBody>
      </p:sp>
      <p:sp>
        <p:nvSpPr>
          <p:cNvPr id="22" name="Co. Name Placeholder 2">
            <a:extLst>
              <a:ext uri="{FF2B5EF4-FFF2-40B4-BE49-F238E27FC236}">
                <a16:creationId xmlns:a16="http://schemas.microsoft.com/office/drawing/2014/main" id="{05A7C511-0C58-4634-A410-74911CC57C7F}"/>
              </a:ext>
            </a:extLst>
          </p:cNvPr>
          <p:cNvSpPr>
            <a:spLocks noGrp="1"/>
          </p:cNvSpPr>
          <p:nvPr>
            <p:ph type="body" sz="quarter" idx="49" hasCustomPrompt="1"/>
          </p:nvPr>
        </p:nvSpPr>
        <p:spPr>
          <a:xfrm>
            <a:off x="6138864" y="2227264"/>
            <a:ext cx="4328160" cy="195262"/>
          </a:xfrm>
        </p:spPr>
        <p:txBody>
          <a:bodyPr rIns="0" anchor="b" anchorCtr="0"/>
          <a:lstStyle>
            <a:lvl1pPr>
              <a:defRPr sz="1400" cap="all" baseline="0">
                <a:latin typeface="Calibre Medium" panose="020B0603030202060203" pitchFamily="34" charset="0"/>
              </a:defRPr>
            </a:lvl1pPr>
          </a:lstStyle>
          <a:p>
            <a:pPr lvl="0"/>
            <a:r>
              <a:rPr lang="en-GB"/>
              <a:t>Company Name</a:t>
            </a:r>
            <a:endParaRPr lang="en-GB" dirty="0"/>
          </a:p>
        </p:txBody>
      </p:sp>
      <p:sp>
        <p:nvSpPr>
          <p:cNvPr id="23" name="Year Placeholder 2">
            <a:extLst>
              <a:ext uri="{FF2B5EF4-FFF2-40B4-BE49-F238E27FC236}">
                <a16:creationId xmlns:a16="http://schemas.microsoft.com/office/drawing/2014/main" id="{AAECA73B-E9F1-4B11-B1FF-36A5F2BFEA17}"/>
              </a:ext>
            </a:extLst>
          </p:cNvPr>
          <p:cNvSpPr>
            <a:spLocks noGrp="1"/>
          </p:cNvSpPr>
          <p:nvPr>
            <p:ph type="body" sz="quarter" idx="50" hasCustomPrompt="1"/>
          </p:nvPr>
        </p:nvSpPr>
        <p:spPr>
          <a:xfrm>
            <a:off x="10467023" y="2227264"/>
            <a:ext cx="692584" cy="195262"/>
          </a:xfrm>
        </p:spPr>
        <p:txBody>
          <a:bodyPr rIns="0" anchor="b" anchorCtr="0"/>
          <a:lstStyle>
            <a:lvl1pPr algn="r">
              <a:defRPr sz="1400" cap="all" baseline="0">
                <a:solidFill>
                  <a:srgbClr val="17E88F"/>
                </a:solidFill>
                <a:latin typeface="Calibre Medium" panose="020B0603030202060203" pitchFamily="34" charset="0"/>
              </a:defRPr>
            </a:lvl1pPr>
          </a:lstStyle>
          <a:p>
            <a:pPr lvl="0"/>
            <a:r>
              <a:rPr lang="en-GB"/>
              <a:t>Year</a:t>
            </a:r>
            <a:endParaRPr lang="en-GB" dirty="0"/>
          </a:p>
        </p:txBody>
      </p:sp>
      <p:cxnSp>
        <p:nvCxnSpPr>
          <p:cNvPr id="24" name="Horizontal Line 2">
            <a:extLst>
              <a:ext uri="{FF2B5EF4-FFF2-40B4-BE49-F238E27FC236}">
                <a16:creationId xmlns:a16="http://schemas.microsoft.com/office/drawing/2014/main" id="{87477E01-7F4D-4012-BA93-177BB45A09FF}"/>
              </a:ext>
            </a:extLst>
          </p:cNvPr>
          <p:cNvCxnSpPr/>
          <p:nvPr userDrawn="1"/>
        </p:nvCxnSpPr>
        <p:spPr>
          <a:xfrm>
            <a:off x="6138344" y="2491569"/>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25" name="Picture Placeholder 2">
            <a:extLst>
              <a:ext uri="{FF2B5EF4-FFF2-40B4-BE49-F238E27FC236}">
                <a16:creationId xmlns:a16="http://schemas.microsoft.com/office/drawing/2014/main" id="{4030913B-7188-4276-A89C-49544D94F904}"/>
              </a:ext>
            </a:extLst>
          </p:cNvPr>
          <p:cNvSpPr>
            <a:spLocks noGrp="1"/>
          </p:cNvSpPr>
          <p:nvPr>
            <p:ph type="pic" sz="quarter" idx="51"/>
          </p:nvPr>
        </p:nvSpPr>
        <p:spPr>
          <a:xfrm>
            <a:off x="6146800" y="2583933"/>
            <a:ext cx="1947333" cy="2656405"/>
          </a:xfrm>
          <a:solidFill>
            <a:srgbClr val="CBCDCB"/>
          </a:solidFill>
        </p:spPr>
        <p:txBody>
          <a:bodyPr rIns="0" anchor="ctr" anchorCtr="0"/>
          <a:lstStyle>
            <a:lvl1pPr algn="ctr">
              <a:defRPr/>
            </a:lvl1pPr>
          </a:lstStyle>
          <a:p>
            <a:r>
              <a:rPr lang="en-US"/>
              <a:t>Click icon to add picture</a:t>
            </a:r>
            <a:endParaRPr lang="en-GB" dirty="0"/>
          </a:p>
        </p:txBody>
      </p:sp>
      <p:sp>
        <p:nvSpPr>
          <p:cNvPr id="26" name="Table Placeholder 2">
            <a:extLst>
              <a:ext uri="{FF2B5EF4-FFF2-40B4-BE49-F238E27FC236}">
                <a16:creationId xmlns:a16="http://schemas.microsoft.com/office/drawing/2014/main" id="{AC9ED858-80A4-4C66-9289-A5DAF91EE2AD}"/>
              </a:ext>
            </a:extLst>
          </p:cNvPr>
          <p:cNvSpPr>
            <a:spLocks noGrp="1"/>
          </p:cNvSpPr>
          <p:nvPr>
            <p:ph type="tbl" sz="quarter" idx="52" hasCustomPrompt="1"/>
          </p:nvPr>
        </p:nvSpPr>
        <p:spPr>
          <a:xfrm>
            <a:off x="8192558" y="2584253"/>
            <a:ext cx="2975505" cy="2656086"/>
          </a:xfrm>
        </p:spPr>
        <p:txBody>
          <a:bodyPr rIns="0" anchor="ctr" anchorCtr="0"/>
          <a:lstStyle>
            <a:lvl1pPr algn="ctr">
              <a:defRPr/>
            </a:lvl1pPr>
            <a:lvl2pPr algn="ctr">
              <a:defRPr sz="1200"/>
            </a:lvl2pPr>
          </a:lstStyle>
          <a:p>
            <a:r>
              <a:rPr lang="en-GB"/>
              <a:t>Click icon</a:t>
            </a:r>
            <a:br>
              <a:rPr lang="en-GB"/>
            </a:br>
            <a:r>
              <a:rPr lang="en-GB"/>
              <a:t>to insert table</a:t>
            </a:r>
            <a:br>
              <a:rPr lang="en-GB"/>
            </a:br>
            <a:r>
              <a:rPr lang="en-GB"/>
              <a:t>2 columns x 7 rows</a:t>
            </a:r>
            <a:endParaRPr lang="en-GB" dirty="0"/>
          </a:p>
        </p:txBody>
      </p:sp>
    </p:spTree>
    <p:extLst>
      <p:ext uri="{BB962C8B-B14F-4D97-AF65-F5344CB8AC3E}">
        <p14:creationId xmlns:p14="http://schemas.microsoft.com/office/powerpoint/2010/main" val="3499286556"/>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rack Record - 4up Option 1">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Lst>
          </p:cNvPr>
          <p:cNvCxnSpPr>
            <a:cxnSpLocks/>
          </p:cNvCxnSpPr>
          <p:nvPr/>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1" y="411481"/>
            <a:ext cx="1936751"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GB"/>
              <a:t>Navigation Header</a:t>
            </a:r>
            <a:endParaRPr lang="en-GB" dirty="0"/>
          </a:p>
        </p:txBody>
      </p:sp>
      <p:sp>
        <p:nvSpPr>
          <p:cNvPr id="4" name="Sector Asset Placeholder Left">
            <a:extLst>
              <a:ext uri="{FF2B5EF4-FFF2-40B4-BE49-F238E27FC236}">
                <a16:creationId xmlns:a16="http://schemas.microsoft.com/office/drawing/2014/main" id="{F1FAD510-C3A7-4BC0-86FD-34B90AED9906}"/>
              </a:ext>
            </a:extLst>
          </p:cNvPr>
          <p:cNvSpPr>
            <a:spLocks noGrp="1"/>
          </p:cNvSpPr>
          <p:nvPr>
            <p:ph sz="quarter" idx="44" hasCustomPrompt="1"/>
          </p:nvPr>
        </p:nvSpPr>
        <p:spPr>
          <a:xfrm>
            <a:off x="511177" y="1000127"/>
            <a:ext cx="5021263" cy="825985"/>
          </a:xfrm>
        </p:spPr>
        <p:txBody>
          <a:bodyPr anchor="b" anchorCtr="0"/>
          <a:lstStyle>
            <a:lvl1pPr>
              <a:defRPr>
                <a:solidFill>
                  <a:srgbClr val="96B3B6"/>
                </a:solidFill>
              </a:defRPr>
            </a:lvl1pPr>
          </a:lstStyle>
          <a:p>
            <a:pPr lvl="0"/>
            <a:r>
              <a:rPr lang="en-GB"/>
              <a:t>Sector or Asset Type</a:t>
            </a:r>
            <a:endParaRPr lang="en-GB" dirty="0"/>
          </a:p>
        </p:txBody>
      </p:sp>
      <p:sp>
        <p:nvSpPr>
          <p:cNvPr id="11" name="Co. Name Placeholder 1">
            <a:extLst>
              <a:ext uri="{FF2B5EF4-FFF2-40B4-BE49-F238E27FC236}">
                <a16:creationId xmlns:a16="http://schemas.microsoft.com/office/drawing/2014/main" id="{9800EAE4-EAC3-4553-BED8-0EC4A0970E21}"/>
              </a:ext>
            </a:extLst>
          </p:cNvPr>
          <p:cNvSpPr>
            <a:spLocks noGrp="1"/>
          </p:cNvSpPr>
          <p:nvPr>
            <p:ph type="body" sz="quarter" idx="45" hasCustomPrompt="1"/>
          </p:nvPr>
        </p:nvSpPr>
        <p:spPr>
          <a:xfrm>
            <a:off x="503240" y="1969456"/>
            <a:ext cx="4322761" cy="195262"/>
          </a:xfrm>
        </p:spPr>
        <p:txBody>
          <a:bodyPr rIns="0" anchor="b" anchorCtr="0"/>
          <a:lstStyle>
            <a:lvl1pPr>
              <a:defRPr sz="1200" cap="all" baseline="0">
                <a:latin typeface="Calibre Medium" panose="020B0603030202060203" pitchFamily="34" charset="0"/>
              </a:defRPr>
            </a:lvl1pPr>
          </a:lstStyle>
          <a:p>
            <a:pPr lvl="0"/>
            <a:r>
              <a:rPr lang="en-GB"/>
              <a:t>Company Name</a:t>
            </a:r>
            <a:endParaRPr lang="en-GB" dirty="0"/>
          </a:p>
        </p:txBody>
      </p:sp>
      <p:sp>
        <p:nvSpPr>
          <p:cNvPr id="14" name="Year Placeholder 1">
            <a:extLst>
              <a:ext uri="{FF2B5EF4-FFF2-40B4-BE49-F238E27FC236}">
                <a16:creationId xmlns:a16="http://schemas.microsoft.com/office/drawing/2014/main" id="{5CBA7C2F-C8B3-40BF-A6ED-C34E99D68E3C}"/>
              </a:ext>
            </a:extLst>
          </p:cNvPr>
          <p:cNvSpPr>
            <a:spLocks noGrp="1"/>
          </p:cNvSpPr>
          <p:nvPr>
            <p:ph type="body" sz="quarter" idx="46" hasCustomPrompt="1"/>
          </p:nvPr>
        </p:nvSpPr>
        <p:spPr>
          <a:xfrm>
            <a:off x="4826000" y="1969456"/>
            <a:ext cx="697981" cy="195262"/>
          </a:xfrm>
        </p:spPr>
        <p:txBody>
          <a:bodyPr rIns="0" anchor="b" anchorCtr="0"/>
          <a:lstStyle>
            <a:lvl1pPr algn="r">
              <a:defRPr sz="1200" cap="all" baseline="0">
                <a:solidFill>
                  <a:srgbClr val="17E88F"/>
                </a:solidFill>
                <a:latin typeface="Calibre Medium" panose="020B0603030202060203" pitchFamily="34" charset="0"/>
              </a:defRPr>
            </a:lvl1pPr>
          </a:lstStyle>
          <a:p>
            <a:pPr lvl="0"/>
            <a:r>
              <a:rPr lang="en-GB"/>
              <a:t>Year</a:t>
            </a:r>
            <a:endParaRPr lang="en-GB" dirty="0"/>
          </a:p>
        </p:txBody>
      </p:sp>
      <p:cxnSp>
        <p:nvCxnSpPr>
          <p:cNvPr id="13" name="Horizontal Line 1">
            <a:extLst>
              <a:ext uri="{FF2B5EF4-FFF2-40B4-BE49-F238E27FC236}">
                <a16:creationId xmlns:a16="http://schemas.microsoft.com/office/drawing/2014/main" id="{4E0CB380-3C75-4E34-B4FF-DA92053294B4}"/>
              </a:ext>
            </a:extLst>
          </p:cNvPr>
          <p:cNvCxnSpPr/>
          <p:nvPr userDrawn="1"/>
        </p:nvCxnSpPr>
        <p:spPr>
          <a:xfrm>
            <a:off x="502718" y="2204009"/>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Picture Placeholder 1">
            <a:extLst>
              <a:ext uri="{FF2B5EF4-FFF2-40B4-BE49-F238E27FC236}">
                <a16:creationId xmlns:a16="http://schemas.microsoft.com/office/drawing/2014/main" id="{7EEB3600-C258-49C2-A78D-AB51D32B0239}"/>
              </a:ext>
            </a:extLst>
          </p:cNvPr>
          <p:cNvSpPr>
            <a:spLocks noGrp="1"/>
          </p:cNvSpPr>
          <p:nvPr>
            <p:ph type="pic" sz="quarter" idx="42"/>
          </p:nvPr>
        </p:nvSpPr>
        <p:spPr>
          <a:xfrm>
            <a:off x="511175" y="2302449"/>
            <a:ext cx="1948392" cy="1773233"/>
          </a:xfrm>
          <a:solidFill>
            <a:srgbClr val="CBCDCB"/>
          </a:solidFill>
        </p:spPr>
        <p:txBody>
          <a:bodyPr rIns="0" anchor="ctr" anchorCtr="0"/>
          <a:lstStyle>
            <a:lvl1pPr algn="ctr">
              <a:defRPr/>
            </a:lvl1pPr>
          </a:lstStyle>
          <a:p>
            <a:r>
              <a:rPr lang="en-US"/>
              <a:t>Click icon to add picture</a:t>
            </a:r>
            <a:endParaRPr lang="en-GB" dirty="0"/>
          </a:p>
        </p:txBody>
      </p:sp>
      <p:sp>
        <p:nvSpPr>
          <p:cNvPr id="17" name="Table Placeholder 1">
            <a:extLst>
              <a:ext uri="{FF2B5EF4-FFF2-40B4-BE49-F238E27FC236}">
                <a16:creationId xmlns:a16="http://schemas.microsoft.com/office/drawing/2014/main" id="{5EB9FE5C-2D7F-45C1-890E-B58D8F268B6C}"/>
              </a:ext>
            </a:extLst>
          </p:cNvPr>
          <p:cNvSpPr>
            <a:spLocks noGrp="1"/>
          </p:cNvSpPr>
          <p:nvPr>
            <p:ph type="tbl" sz="quarter" idx="47" hasCustomPrompt="1"/>
          </p:nvPr>
        </p:nvSpPr>
        <p:spPr>
          <a:xfrm>
            <a:off x="2556934" y="2302448"/>
            <a:ext cx="2975505" cy="1773034"/>
          </a:xfrm>
        </p:spPr>
        <p:txBody>
          <a:bodyPr rIns="0" anchor="ctr" anchorCtr="0"/>
          <a:lstStyle>
            <a:lvl1pPr algn="ctr">
              <a:defRPr/>
            </a:lvl1pPr>
            <a:lvl2pPr algn="ctr">
              <a:defRPr sz="1200"/>
            </a:lvl2pPr>
          </a:lstStyle>
          <a:p>
            <a:r>
              <a:rPr lang="en-GB"/>
              <a:t>Click icon</a:t>
            </a:r>
            <a:br>
              <a:rPr lang="en-GB"/>
            </a:br>
            <a:r>
              <a:rPr lang="en-GB"/>
              <a:t>to insert table</a:t>
            </a:r>
            <a:br>
              <a:rPr lang="en-GB"/>
            </a:br>
            <a:r>
              <a:rPr lang="en-GB"/>
              <a:t>2 columns x 6 rows</a:t>
            </a:r>
            <a:endParaRPr lang="en-GB" dirty="0"/>
          </a:p>
        </p:txBody>
      </p:sp>
      <p:sp>
        <p:nvSpPr>
          <p:cNvPr id="19" name="Co. Name Placeholder 2">
            <a:extLst>
              <a:ext uri="{FF2B5EF4-FFF2-40B4-BE49-F238E27FC236}">
                <a16:creationId xmlns:a16="http://schemas.microsoft.com/office/drawing/2014/main" id="{4CC0E765-7BE1-4C6B-A85C-9E3C78817695}"/>
              </a:ext>
            </a:extLst>
          </p:cNvPr>
          <p:cNvSpPr>
            <a:spLocks noGrp="1"/>
          </p:cNvSpPr>
          <p:nvPr>
            <p:ph type="body" sz="quarter" idx="48" hasCustomPrompt="1"/>
          </p:nvPr>
        </p:nvSpPr>
        <p:spPr>
          <a:xfrm>
            <a:off x="503240" y="4291396"/>
            <a:ext cx="4322761" cy="195262"/>
          </a:xfrm>
        </p:spPr>
        <p:txBody>
          <a:bodyPr rIns="0" anchor="b" anchorCtr="0"/>
          <a:lstStyle>
            <a:lvl1pPr>
              <a:defRPr sz="1200" cap="all" baseline="0">
                <a:latin typeface="Calibre Medium" panose="020B0603030202060203" pitchFamily="34" charset="0"/>
              </a:defRPr>
            </a:lvl1pPr>
          </a:lstStyle>
          <a:p>
            <a:pPr lvl="0"/>
            <a:r>
              <a:rPr lang="en-GB"/>
              <a:t>Company Name</a:t>
            </a:r>
            <a:endParaRPr lang="en-GB" dirty="0"/>
          </a:p>
        </p:txBody>
      </p:sp>
      <p:sp>
        <p:nvSpPr>
          <p:cNvPr id="20" name="Year Placeholder 2">
            <a:extLst>
              <a:ext uri="{FF2B5EF4-FFF2-40B4-BE49-F238E27FC236}">
                <a16:creationId xmlns:a16="http://schemas.microsoft.com/office/drawing/2014/main" id="{504DB5A4-AAD4-4484-9459-60479988E2FF}"/>
              </a:ext>
            </a:extLst>
          </p:cNvPr>
          <p:cNvSpPr>
            <a:spLocks noGrp="1"/>
          </p:cNvSpPr>
          <p:nvPr>
            <p:ph type="body" sz="quarter" idx="49" hasCustomPrompt="1"/>
          </p:nvPr>
        </p:nvSpPr>
        <p:spPr>
          <a:xfrm>
            <a:off x="4826000" y="4291396"/>
            <a:ext cx="697981" cy="195262"/>
          </a:xfrm>
        </p:spPr>
        <p:txBody>
          <a:bodyPr rIns="0" anchor="b" anchorCtr="0"/>
          <a:lstStyle>
            <a:lvl1pPr algn="r">
              <a:defRPr sz="1200" cap="all" baseline="0">
                <a:solidFill>
                  <a:srgbClr val="17E88F"/>
                </a:solidFill>
                <a:latin typeface="Calibre Medium" panose="020B0603030202060203" pitchFamily="34" charset="0"/>
              </a:defRPr>
            </a:lvl1pPr>
          </a:lstStyle>
          <a:p>
            <a:pPr lvl="0"/>
            <a:r>
              <a:rPr lang="en-GB"/>
              <a:t>Year</a:t>
            </a:r>
            <a:endParaRPr lang="en-GB" dirty="0"/>
          </a:p>
        </p:txBody>
      </p:sp>
      <p:cxnSp>
        <p:nvCxnSpPr>
          <p:cNvPr id="27" name="Horizontal Line 2">
            <a:extLst>
              <a:ext uri="{FF2B5EF4-FFF2-40B4-BE49-F238E27FC236}">
                <a16:creationId xmlns:a16="http://schemas.microsoft.com/office/drawing/2014/main" id="{5791BDAE-CBC0-423D-8BC1-D5A18BA09A97}"/>
              </a:ext>
            </a:extLst>
          </p:cNvPr>
          <p:cNvCxnSpPr/>
          <p:nvPr userDrawn="1"/>
        </p:nvCxnSpPr>
        <p:spPr>
          <a:xfrm>
            <a:off x="502718" y="4525949"/>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28" name="Picture Placeholder 2">
            <a:extLst>
              <a:ext uri="{FF2B5EF4-FFF2-40B4-BE49-F238E27FC236}">
                <a16:creationId xmlns:a16="http://schemas.microsoft.com/office/drawing/2014/main" id="{0D9309F7-52A6-4F04-9120-F267FA588179}"/>
              </a:ext>
            </a:extLst>
          </p:cNvPr>
          <p:cNvSpPr>
            <a:spLocks noGrp="1"/>
          </p:cNvSpPr>
          <p:nvPr>
            <p:ph type="pic" sz="quarter" idx="50"/>
          </p:nvPr>
        </p:nvSpPr>
        <p:spPr>
          <a:xfrm>
            <a:off x="511175" y="4624389"/>
            <a:ext cx="1948392" cy="1773233"/>
          </a:xfrm>
          <a:solidFill>
            <a:srgbClr val="CBCDCB"/>
          </a:solidFill>
        </p:spPr>
        <p:txBody>
          <a:bodyPr rIns="0" anchor="ctr" anchorCtr="0"/>
          <a:lstStyle>
            <a:lvl1pPr algn="ctr">
              <a:defRPr/>
            </a:lvl1pPr>
          </a:lstStyle>
          <a:p>
            <a:r>
              <a:rPr lang="en-US"/>
              <a:t>Click icon to add picture</a:t>
            </a:r>
            <a:endParaRPr lang="en-GB" dirty="0"/>
          </a:p>
        </p:txBody>
      </p:sp>
      <p:sp>
        <p:nvSpPr>
          <p:cNvPr id="29" name="Table Placeholder 2">
            <a:extLst>
              <a:ext uri="{FF2B5EF4-FFF2-40B4-BE49-F238E27FC236}">
                <a16:creationId xmlns:a16="http://schemas.microsoft.com/office/drawing/2014/main" id="{7591982B-5DDF-4864-B801-20717B21EF9E}"/>
              </a:ext>
            </a:extLst>
          </p:cNvPr>
          <p:cNvSpPr>
            <a:spLocks noGrp="1"/>
          </p:cNvSpPr>
          <p:nvPr>
            <p:ph type="tbl" sz="quarter" idx="51" hasCustomPrompt="1"/>
          </p:nvPr>
        </p:nvSpPr>
        <p:spPr>
          <a:xfrm>
            <a:off x="2556934" y="4624388"/>
            <a:ext cx="2975505" cy="1773034"/>
          </a:xfrm>
        </p:spPr>
        <p:txBody>
          <a:bodyPr rIns="0" anchor="ctr" anchorCtr="0"/>
          <a:lstStyle>
            <a:lvl1pPr algn="ctr">
              <a:defRPr/>
            </a:lvl1pPr>
            <a:lvl2pPr algn="ctr">
              <a:defRPr sz="1200"/>
            </a:lvl2pPr>
          </a:lstStyle>
          <a:p>
            <a:r>
              <a:rPr lang="en-GB"/>
              <a:t>Click icon</a:t>
            </a:r>
            <a:br>
              <a:rPr lang="en-GB"/>
            </a:br>
            <a:r>
              <a:rPr lang="en-GB"/>
              <a:t>to insert table</a:t>
            </a:r>
            <a:br>
              <a:rPr lang="en-GB"/>
            </a:br>
            <a:r>
              <a:rPr lang="en-GB"/>
              <a:t>2 columns x 6 rows</a:t>
            </a:r>
            <a:endParaRPr lang="en-GB" dirty="0"/>
          </a:p>
        </p:txBody>
      </p:sp>
      <p:sp>
        <p:nvSpPr>
          <p:cNvPr id="30" name="Sector Asset Placeholder Right">
            <a:extLst>
              <a:ext uri="{FF2B5EF4-FFF2-40B4-BE49-F238E27FC236}">
                <a16:creationId xmlns:a16="http://schemas.microsoft.com/office/drawing/2014/main" id="{D819F0FA-C893-42D1-B3CF-58FF8CF6C104}"/>
              </a:ext>
            </a:extLst>
          </p:cNvPr>
          <p:cNvSpPr>
            <a:spLocks noGrp="1"/>
          </p:cNvSpPr>
          <p:nvPr>
            <p:ph sz="quarter" idx="52" hasCustomPrompt="1"/>
          </p:nvPr>
        </p:nvSpPr>
        <p:spPr>
          <a:xfrm>
            <a:off x="6657977" y="1000127"/>
            <a:ext cx="5021263" cy="825985"/>
          </a:xfrm>
        </p:spPr>
        <p:txBody>
          <a:bodyPr anchor="b" anchorCtr="0"/>
          <a:lstStyle>
            <a:lvl1pPr>
              <a:defRPr>
                <a:solidFill>
                  <a:srgbClr val="96B3B6"/>
                </a:solidFill>
              </a:defRPr>
            </a:lvl1pPr>
          </a:lstStyle>
          <a:p>
            <a:pPr lvl="0"/>
            <a:r>
              <a:rPr lang="en-GB"/>
              <a:t>Sector or Asset Type</a:t>
            </a:r>
            <a:endParaRPr lang="en-GB" dirty="0"/>
          </a:p>
        </p:txBody>
      </p:sp>
      <p:sp>
        <p:nvSpPr>
          <p:cNvPr id="31" name="Co. Name Placeholder 3">
            <a:extLst>
              <a:ext uri="{FF2B5EF4-FFF2-40B4-BE49-F238E27FC236}">
                <a16:creationId xmlns:a16="http://schemas.microsoft.com/office/drawing/2014/main" id="{E7031D90-1512-4FAE-BCBE-E4B943472794}"/>
              </a:ext>
            </a:extLst>
          </p:cNvPr>
          <p:cNvSpPr>
            <a:spLocks noGrp="1"/>
          </p:cNvSpPr>
          <p:nvPr>
            <p:ph type="body" sz="quarter" idx="53" hasCustomPrompt="1"/>
          </p:nvPr>
        </p:nvSpPr>
        <p:spPr>
          <a:xfrm>
            <a:off x="6650040" y="1969456"/>
            <a:ext cx="4322761" cy="195262"/>
          </a:xfrm>
        </p:spPr>
        <p:txBody>
          <a:bodyPr rIns="0" anchor="b" anchorCtr="0"/>
          <a:lstStyle>
            <a:lvl1pPr>
              <a:defRPr sz="1200" cap="all" baseline="0">
                <a:latin typeface="Calibre Medium" panose="020B0603030202060203" pitchFamily="34" charset="0"/>
              </a:defRPr>
            </a:lvl1pPr>
          </a:lstStyle>
          <a:p>
            <a:pPr lvl="0"/>
            <a:r>
              <a:rPr lang="en-GB"/>
              <a:t>Company Name</a:t>
            </a:r>
            <a:endParaRPr lang="en-GB" dirty="0"/>
          </a:p>
        </p:txBody>
      </p:sp>
      <p:sp>
        <p:nvSpPr>
          <p:cNvPr id="32" name="Year Placeholder 3">
            <a:extLst>
              <a:ext uri="{FF2B5EF4-FFF2-40B4-BE49-F238E27FC236}">
                <a16:creationId xmlns:a16="http://schemas.microsoft.com/office/drawing/2014/main" id="{2CBC58A0-C53F-4B2F-BCDC-0F3B44254595}"/>
              </a:ext>
            </a:extLst>
          </p:cNvPr>
          <p:cNvSpPr>
            <a:spLocks noGrp="1"/>
          </p:cNvSpPr>
          <p:nvPr>
            <p:ph type="body" sz="quarter" idx="54" hasCustomPrompt="1"/>
          </p:nvPr>
        </p:nvSpPr>
        <p:spPr>
          <a:xfrm>
            <a:off x="10972800" y="1969456"/>
            <a:ext cx="697981" cy="195262"/>
          </a:xfrm>
        </p:spPr>
        <p:txBody>
          <a:bodyPr rIns="0" anchor="b" anchorCtr="0"/>
          <a:lstStyle>
            <a:lvl1pPr algn="r">
              <a:defRPr sz="1200" cap="all" baseline="0">
                <a:solidFill>
                  <a:srgbClr val="17E88F"/>
                </a:solidFill>
                <a:latin typeface="Calibre Medium" panose="020B0603030202060203" pitchFamily="34" charset="0"/>
              </a:defRPr>
            </a:lvl1pPr>
          </a:lstStyle>
          <a:p>
            <a:pPr lvl="0"/>
            <a:r>
              <a:rPr lang="en-GB"/>
              <a:t>Year</a:t>
            </a:r>
            <a:endParaRPr lang="en-GB" dirty="0"/>
          </a:p>
        </p:txBody>
      </p:sp>
      <p:cxnSp>
        <p:nvCxnSpPr>
          <p:cNvPr id="33" name="Horizontal Line 3">
            <a:extLst>
              <a:ext uri="{FF2B5EF4-FFF2-40B4-BE49-F238E27FC236}">
                <a16:creationId xmlns:a16="http://schemas.microsoft.com/office/drawing/2014/main" id="{54BC91F1-FB72-4232-8994-A5ABAC62D7B1}"/>
              </a:ext>
            </a:extLst>
          </p:cNvPr>
          <p:cNvCxnSpPr/>
          <p:nvPr userDrawn="1"/>
        </p:nvCxnSpPr>
        <p:spPr>
          <a:xfrm>
            <a:off x="6649518" y="2204009"/>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4" name="Picture Placeholder 3">
            <a:extLst>
              <a:ext uri="{FF2B5EF4-FFF2-40B4-BE49-F238E27FC236}">
                <a16:creationId xmlns:a16="http://schemas.microsoft.com/office/drawing/2014/main" id="{B6C4D19D-F5BA-4B2D-B6B4-8A75208F6B02}"/>
              </a:ext>
            </a:extLst>
          </p:cNvPr>
          <p:cNvSpPr>
            <a:spLocks noGrp="1"/>
          </p:cNvSpPr>
          <p:nvPr>
            <p:ph type="pic" sz="quarter" idx="55"/>
          </p:nvPr>
        </p:nvSpPr>
        <p:spPr>
          <a:xfrm>
            <a:off x="6657975" y="2302449"/>
            <a:ext cx="1948392" cy="1773233"/>
          </a:xfrm>
          <a:solidFill>
            <a:srgbClr val="CBCDCB"/>
          </a:solidFill>
        </p:spPr>
        <p:txBody>
          <a:bodyPr rIns="0" anchor="ctr" anchorCtr="0"/>
          <a:lstStyle>
            <a:lvl1pPr algn="ctr">
              <a:defRPr/>
            </a:lvl1pPr>
          </a:lstStyle>
          <a:p>
            <a:r>
              <a:rPr lang="en-US"/>
              <a:t>Click icon to add picture</a:t>
            </a:r>
            <a:endParaRPr lang="en-GB" dirty="0"/>
          </a:p>
        </p:txBody>
      </p:sp>
      <p:sp>
        <p:nvSpPr>
          <p:cNvPr id="35" name="Table Placeholder 3">
            <a:extLst>
              <a:ext uri="{FF2B5EF4-FFF2-40B4-BE49-F238E27FC236}">
                <a16:creationId xmlns:a16="http://schemas.microsoft.com/office/drawing/2014/main" id="{358FF565-D88B-45D6-A97A-40C6EE7CD186}"/>
              </a:ext>
            </a:extLst>
          </p:cNvPr>
          <p:cNvSpPr>
            <a:spLocks noGrp="1"/>
          </p:cNvSpPr>
          <p:nvPr>
            <p:ph type="tbl" sz="quarter" idx="56" hasCustomPrompt="1"/>
          </p:nvPr>
        </p:nvSpPr>
        <p:spPr>
          <a:xfrm>
            <a:off x="8703734" y="2302448"/>
            <a:ext cx="2975505" cy="1773034"/>
          </a:xfrm>
        </p:spPr>
        <p:txBody>
          <a:bodyPr rIns="0" anchor="ctr" anchorCtr="0"/>
          <a:lstStyle>
            <a:lvl1pPr algn="ctr">
              <a:defRPr/>
            </a:lvl1pPr>
            <a:lvl2pPr algn="ctr">
              <a:defRPr sz="1200"/>
            </a:lvl2pPr>
          </a:lstStyle>
          <a:p>
            <a:r>
              <a:rPr lang="en-GB"/>
              <a:t>Click icon</a:t>
            </a:r>
            <a:br>
              <a:rPr lang="en-GB"/>
            </a:br>
            <a:r>
              <a:rPr lang="en-GB"/>
              <a:t>to insert table</a:t>
            </a:r>
            <a:br>
              <a:rPr lang="en-GB"/>
            </a:br>
            <a:r>
              <a:rPr lang="en-GB"/>
              <a:t>2 columns x 6 rows</a:t>
            </a:r>
            <a:endParaRPr lang="en-GB" dirty="0"/>
          </a:p>
        </p:txBody>
      </p:sp>
      <p:sp>
        <p:nvSpPr>
          <p:cNvPr id="36" name="Co. Name Placeholder 4">
            <a:extLst>
              <a:ext uri="{FF2B5EF4-FFF2-40B4-BE49-F238E27FC236}">
                <a16:creationId xmlns:a16="http://schemas.microsoft.com/office/drawing/2014/main" id="{3F17F86A-36FD-48D5-80AE-920B4EEF744A}"/>
              </a:ext>
            </a:extLst>
          </p:cNvPr>
          <p:cNvSpPr>
            <a:spLocks noGrp="1"/>
          </p:cNvSpPr>
          <p:nvPr>
            <p:ph type="body" sz="quarter" idx="57" hasCustomPrompt="1"/>
          </p:nvPr>
        </p:nvSpPr>
        <p:spPr>
          <a:xfrm>
            <a:off x="6650040" y="4291396"/>
            <a:ext cx="4322761" cy="195262"/>
          </a:xfrm>
        </p:spPr>
        <p:txBody>
          <a:bodyPr rIns="0" anchor="b" anchorCtr="0"/>
          <a:lstStyle>
            <a:lvl1pPr>
              <a:defRPr sz="1200" cap="all" baseline="0">
                <a:latin typeface="Calibre Medium" panose="020B0603030202060203" pitchFamily="34" charset="0"/>
              </a:defRPr>
            </a:lvl1pPr>
          </a:lstStyle>
          <a:p>
            <a:pPr lvl="0"/>
            <a:r>
              <a:rPr lang="en-GB"/>
              <a:t>Company Name</a:t>
            </a:r>
            <a:endParaRPr lang="en-GB" dirty="0"/>
          </a:p>
        </p:txBody>
      </p:sp>
      <p:sp>
        <p:nvSpPr>
          <p:cNvPr id="37" name="Year Placeholder 4">
            <a:extLst>
              <a:ext uri="{FF2B5EF4-FFF2-40B4-BE49-F238E27FC236}">
                <a16:creationId xmlns:a16="http://schemas.microsoft.com/office/drawing/2014/main" id="{592051E0-EF41-4E93-AA7A-CD4CEFC9D5B6}"/>
              </a:ext>
            </a:extLst>
          </p:cNvPr>
          <p:cNvSpPr>
            <a:spLocks noGrp="1"/>
          </p:cNvSpPr>
          <p:nvPr>
            <p:ph type="body" sz="quarter" idx="58" hasCustomPrompt="1"/>
          </p:nvPr>
        </p:nvSpPr>
        <p:spPr>
          <a:xfrm>
            <a:off x="10972800" y="4291396"/>
            <a:ext cx="697981" cy="195262"/>
          </a:xfrm>
        </p:spPr>
        <p:txBody>
          <a:bodyPr rIns="0" anchor="b" anchorCtr="0"/>
          <a:lstStyle>
            <a:lvl1pPr algn="r">
              <a:defRPr sz="1200" cap="all" baseline="0">
                <a:solidFill>
                  <a:srgbClr val="17E88F"/>
                </a:solidFill>
                <a:latin typeface="Calibre Medium" panose="020B0603030202060203" pitchFamily="34" charset="0"/>
              </a:defRPr>
            </a:lvl1pPr>
          </a:lstStyle>
          <a:p>
            <a:pPr lvl="0"/>
            <a:r>
              <a:rPr lang="en-GB"/>
              <a:t>Year</a:t>
            </a:r>
            <a:endParaRPr lang="en-GB" dirty="0"/>
          </a:p>
        </p:txBody>
      </p:sp>
      <p:cxnSp>
        <p:nvCxnSpPr>
          <p:cNvPr id="38" name="Horizontal Line 4">
            <a:extLst>
              <a:ext uri="{FF2B5EF4-FFF2-40B4-BE49-F238E27FC236}">
                <a16:creationId xmlns:a16="http://schemas.microsoft.com/office/drawing/2014/main" id="{2C1672BB-1917-4F95-9308-10CAD1CC0F34}"/>
              </a:ext>
            </a:extLst>
          </p:cNvPr>
          <p:cNvCxnSpPr/>
          <p:nvPr userDrawn="1"/>
        </p:nvCxnSpPr>
        <p:spPr>
          <a:xfrm>
            <a:off x="6649518" y="4525949"/>
            <a:ext cx="502972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Picture Placeholder 4">
            <a:extLst>
              <a:ext uri="{FF2B5EF4-FFF2-40B4-BE49-F238E27FC236}">
                <a16:creationId xmlns:a16="http://schemas.microsoft.com/office/drawing/2014/main" id="{420667A6-1CA8-47BC-BD45-74C86B6A915F}"/>
              </a:ext>
            </a:extLst>
          </p:cNvPr>
          <p:cNvSpPr>
            <a:spLocks noGrp="1"/>
          </p:cNvSpPr>
          <p:nvPr>
            <p:ph type="pic" sz="quarter" idx="59"/>
          </p:nvPr>
        </p:nvSpPr>
        <p:spPr>
          <a:xfrm>
            <a:off x="6657975" y="4624389"/>
            <a:ext cx="1948392" cy="1773233"/>
          </a:xfrm>
          <a:solidFill>
            <a:srgbClr val="CBCDCB"/>
          </a:solidFill>
        </p:spPr>
        <p:txBody>
          <a:bodyPr rIns="0" anchor="ctr" anchorCtr="0"/>
          <a:lstStyle>
            <a:lvl1pPr algn="ctr">
              <a:defRPr/>
            </a:lvl1pPr>
          </a:lstStyle>
          <a:p>
            <a:r>
              <a:rPr lang="en-US"/>
              <a:t>Click icon to add picture</a:t>
            </a:r>
            <a:endParaRPr lang="en-GB" dirty="0"/>
          </a:p>
        </p:txBody>
      </p:sp>
      <p:sp>
        <p:nvSpPr>
          <p:cNvPr id="40" name="Table Placeholder 4">
            <a:extLst>
              <a:ext uri="{FF2B5EF4-FFF2-40B4-BE49-F238E27FC236}">
                <a16:creationId xmlns:a16="http://schemas.microsoft.com/office/drawing/2014/main" id="{177467AF-E654-466D-855B-46C749C92FDD}"/>
              </a:ext>
            </a:extLst>
          </p:cNvPr>
          <p:cNvSpPr>
            <a:spLocks noGrp="1"/>
          </p:cNvSpPr>
          <p:nvPr>
            <p:ph type="tbl" sz="quarter" idx="60" hasCustomPrompt="1"/>
          </p:nvPr>
        </p:nvSpPr>
        <p:spPr>
          <a:xfrm>
            <a:off x="8703734" y="4624388"/>
            <a:ext cx="2975505" cy="1773034"/>
          </a:xfrm>
        </p:spPr>
        <p:txBody>
          <a:bodyPr rIns="0" anchor="ctr" anchorCtr="0"/>
          <a:lstStyle>
            <a:lvl1pPr algn="ctr">
              <a:defRPr/>
            </a:lvl1pPr>
            <a:lvl2pPr algn="ctr">
              <a:defRPr sz="1200"/>
            </a:lvl2pPr>
          </a:lstStyle>
          <a:p>
            <a:r>
              <a:rPr lang="en-GB"/>
              <a:t>Click icon</a:t>
            </a:r>
            <a:br>
              <a:rPr lang="en-GB"/>
            </a:br>
            <a:r>
              <a:rPr lang="en-GB"/>
              <a:t>to insert table</a:t>
            </a:r>
            <a:br>
              <a:rPr lang="en-GB"/>
            </a:br>
            <a:r>
              <a:rPr lang="en-GB"/>
              <a:t>2 columns x 6 rows</a:t>
            </a:r>
            <a:endParaRPr lang="en-GB" dirty="0"/>
          </a:p>
        </p:txBody>
      </p:sp>
    </p:spTree>
    <p:extLst>
      <p:ext uri="{BB962C8B-B14F-4D97-AF65-F5344CB8AC3E}">
        <p14:creationId xmlns:p14="http://schemas.microsoft.com/office/powerpoint/2010/main" val="2825866404"/>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rack Record - 3up">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Lst>
          </p:cNvPr>
          <p:cNvCxnSpPr>
            <a:cxnSpLocks/>
          </p:cNvCxnSpPr>
          <p:nvPr/>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1" y="411481"/>
            <a:ext cx="1936751"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GB"/>
              <a:t>Navigation Header</a:t>
            </a:r>
            <a:endParaRPr lang="en-GB" dirty="0"/>
          </a:p>
        </p:txBody>
      </p:sp>
      <p:sp>
        <p:nvSpPr>
          <p:cNvPr id="4" name="Sector Asset Placeholder Left">
            <a:extLst>
              <a:ext uri="{FF2B5EF4-FFF2-40B4-BE49-F238E27FC236}">
                <a16:creationId xmlns:a16="http://schemas.microsoft.com/office/drawing/2014/main" id="{F1FAD510-C3A7-4BC0-86FD-34B90AED9906}"/>
              </a:ext>
            </a:extLst>
          </p:cNvPr>
          <p:cNvSpPr>
            <a:spLocks noGrp="1"/>
          </p:cNvSpPr>
          <p:nvPr>
            <p:ph sz="quarter" idx="44" hasCustomPrompt="1"/>
          </p:nvPr>
        </p:nvSpPr>
        <p:spPr>
          <a:xfrm>
            <a:off x="511177" y="1000126"/>
            <a:ext cx="5021263" cy="822960"/>
          </a:xfrm>
        </p:spPr>
        <p:txBody>
          <a:bodyPr anchor="b" anchorCtr="0"/>
          <a:lstStyle>
            <a:lvl1pPr>
              <a:defRPr>
                <a:solidFill>
                  <a:srgbClr val="96B3B6"/>
                </a:solidFill>
              </a:defRPr>
            </a:lvl1pPr>
          </a:lstStyle>
          <a:p>
            <a:pPr lvl="0"/>
            <a:r>
              <a:rPr lang="en-GB"/>
              <a:t>Sector or Asset Type</a:t>
            </a:r>
            <a:endParaRPr lang="en-GB" dirty="0"/>
          </a:p>
        </p:txBody>
      </p:sp>
      <p:sp>
        <p:nvSpPr>
          <p:cNvPr id="18" name="Picture Placeholder 1">
            <a:extLst>
              <a:ext uri="{FF2B5EF4-FFF2-40B4-BE49-F238E27FC236}">
                <a16:creationId xmlns:a16="http://schemas.microsoft.com/office/drawing/2014/main" id="{7EEB3600-C258-49C2-A78D-AB51D32B0239}"/>
              </a:ext>
            </a:extLst>
          </p:cNvPr>
          <p:cNvSpPr>
            <a:spLocks noGrp="1"/>
          </p:cNvSpPr>
          <p:nvPr>
            <p:ph type="pic" sz="quarter" idx="42"/>
          </p:nvPr>
        </p:nvSpPr>
        <p:spPr>
          <a:xfrm>
            <a:off x="511175" y="2235206"/>
            <a:ext cx="3484563" cy="1773233"/>
          </a:xfrm>
          <a:solidFill>
            <a:srgbClr val="CBCDCB"/>
          </a:solidFill>
        </p:spPr>
        <p:txBody>
          <a:bodyPr rIns="0" anchor="ctr" anchorCtr="0"/>
          <a:lstStyle>
            <a:lvl1pPr algn="ctr">
              <a:defRPr/>
            </a:lvl1pPr>
          </a:lstStyle>
          <a:p>
            <a:r>
              <a:rPr lang="en-US"/>
              <a:t>Click icon to add picture</a:t>
            </a:r>
            <a:endParaRPr lang="en-GB" dirty="0"/>
          </a:p>
        </p:txBody>
      </p:sp>
      <p:sp>
        <p:nvSpPr>
          <p:cNvPr id="17" name="Table Placeholder 1">
            <a:extLst>
              <a:ext uri="{FF2B5EF4-FFF2-40B4-BE49-F238E27FC236}">
                <a16:creationId xmlns:a16="http://schemas.microsoft.com/office/drawing/2014/main" id="{5EB9FE5C-2D7F-45C1-890E-B58D8F268B6C}"/>
              </a:ext>
            </a:extLst>
          </p:cNvPr>
          <p:cNvSpPr>
            <a:spLocks noGrp="1"/>
          </p:cNvSpPr>
          <p:nvPr>
            <p:ph type="tbl" sz="quarter" idx="47" hasCustomPrompt="1"/>
          </p:nvPr>
        </p:nvSpPr>
        <p:spPr>
          <a:xfrm>
            <a:off x="511175" y="4008439"/>
            <a:ext cx="3484563" cy="1920875"/>
          </a:xfrm>
        </p:spPr>
        <p:txBody>
          <a:bodyPr rIns="0" anchor="ctr" anchorCtr="0"/>
          <a:lstStyle>
            <a:lvl1pPr algn="ctr">
              <a:defRPr/>
            </a:lvl1pPr>
            <a:lvl2pPr algn="ctr">
              <a:defRPr sz="1200"/>
            </a:lvl2pPr>
          </a:lstStyle>
          <a:p>
            <a:r>
              <a:rPr lang="en-GB"/>
              <a:t>Click icon to insert table</a:t>
            </a:r>
            <a:br>
              <a:rPr lang="en-GB"/>
            </a:br>
            <a:r>
              <a:rPr lang="en-GB"/>
              <a:t>2 columns x 6 rows</a:t>
            </a:r>
            <a:endParaRPr lang="en-GB" dirty="0"/>
          </a:p>
        </p:txBody>
      </p:sp>
      <p:sp>
        <p:nvSpPr>
          <p:cNvPr id="41" name="Picture Placeholder 2">
            <a:extLst>
              <a:ext uri="{FF2B5EF4-FFF2-40B4-BE49-F238E27FC236}">
                <a16:creationId xmlns:a16="http://schemas.microsoft.com/office/drawing/2014/main" id="{D16FDEBB-CDB1-4A20-9F59-F349EEE1C516}"/>
              </a:ext>
            </a:extLst>
          </p:cNvPr>
          <p:cNvSpPr>
            <a:spLocks noGrp="1"/>
          </p:cNvSpPr>
          <p:nvPr>
            <p:ph type="pic" sz="quarter" idx="48"/>
          </p:nvPr>
        </p:nvSpPr>
        <p:spPr>
          <a:xfrm>
            <a:off x="4353719" y="2235206"/>
            <a:ext cx="3484563" cy="1773233"/>
          </a:xfrm>
          <a:solidFill>
            <a:srgbClr val="CBCDCB"/>
          </a:solidFill>
        </p:spPr>
        <p:txBody>
          <a:bodyPr rIns="0" anchor="ctr" anchorCtr="0"/>
          <a:lstStyle>
            <a:lvl1pPr algn="ctr">
              <a:defRPr/>
            </a:lvl1pPr>
          </a:lstStyle>
          <a:p>
            <a:r>
              <a:rPr lang="en-US"/>
              <a:t>Click icon to add picture</a:t>
            </a:r>
            <a:endParaRPr lang="en-GB" dirty="0"/>
          </a:p>
        </p:txBody>
      </p:sp>
      <p:sp>
        <p:nvSpPr>
          <p:cNvPr id="42" name="Table Placeholder 2">
            <a:extLst>
              <a:ext uri="{FF2B5EF4-FFF2-40B4-BE49-F238E27FC236}">
                <a16:creationId xmlns:a16="http://schemas.microsoft.com/office/drawing/2014/main" id="{0A45C0B8-0909-4C05-9842-8CFC1E65CA6E}"/>
              </a:ext>
            </a:extLst>
          </p:cNvPr>
          <p:cNvSpPr>
            <a:spLocks noGrp="1"/>
          </p:cNvSpPr>
          <p:nvPr>
            <p:ph type="tbl" sz="quarter" idx="49" hasCustomPrompt="1"/>
          </p:nvPr>
        </p:nvSpPr>
        <p:spPr>
          <a:xfrm>
            <a:off x="4353719" y="4008439"/>
            <a:ext cx="3484563" cy="1920875"/>
          </a:xfrm>
        </p:spPr>
        <p:txBody>
          <a:bodyPr rIns="0" anchor="ctr" anchorCtr="0"/>
          <a:lstStyle>
            <a:lvl1pPr algn="ctr">
              <a:defRPr/>
            </a:lvl1pPr>
            <a:lvl2pPr algn="ctr">
              <a:defRPr sz="1200"/>
            </a:lvl2pPr>
          </a:lstStyle>
          <a:p>
            <a:r>
              <a:rPr lang="en-GB"/>
              <a:t>Click icon to insert table</a:t>
            </a:r>
            <a:br>
              <a:rPr lang="en-GB"/>
            </a:br>
            <a:r>
              <a:rPr lang="en-GB"/>
              <a:t>2 columns x 6 rows</a:t>
            </a:r>
            <a:endParaRPr lang="en-GB" dirty="0"/>
          </a:p>
        </p:txBody>
      </p:sp>
      <p:sp>
        <p:nvSpPr>
          <p:cNvPr id="43" name="Picture Placeholder 3">
            <a:extLst>
              <a:ext uri="{FF2B5EF4-FFF2-40B4-BE49-F238E27FC236}">
                <a16:creationId xmlns:a16="http://schemas.microsoft.com/office/drawing/2014/main" id="{D0DCD58F-F3C7-4E2F-9EDE-21383ECB9ECB}"/>
              </a:ext>
            </a:extLst>
          </p:cNvPr>
          <p:cNvSpPr>
            <a:spLocks noGrp="1"/>
          </p:cNvSpPr>
          <p:nvPr>
            <p:ph type="pic" sz="quarter" idx="50"/>
          </p:nvPr>
        </p:nvSpPr>
        <p:spPr>
          <a:xfrm>
            <a:off x="8194676" y="2235206"/>
            <a:ext cx="3484563" cy="1773233"/>
          </a:xfrm>
          <a:solidFill>
            <a:srgbClr val="CBCDCB"/>
          </a:solidFill>
        </p:spPr>
        <p:txBody>
          <a:bodyPr rIns="0" anchor="ctr" anchorCtr="0"/>
          <a:lstStyle>
            <a:lvl1pPr algn="ctr">
              <a:defRPr/>
            </a:lvl1pPr>
          </a:lstStyle>
          <a:p>
            <a:r>
              <a:rPr lang="en-US"/>
              <a:t>Click icon to add picture</a:t>
            </a:r>
            <a:endParaRPr lang="en-GB" dirty="0"/>
          </a:p>
        </p:txBody>
      </p:sp>
      <p:sp>
        <p:nvSpPr>
          <p:cNvPr id="44" name="Table Placeholder 3">
            <a:extLst>
              <a:ext uri="{FF2B5EF4-FFF2-40B4-BE49-F238E27FC236}">
                <a16:creationId xmlns:a16="http://schemas.microsoft.com/office/drawing/2014/main" id="{C96A6F0A-397E-4C72-B34E-F20C5738B130}"/>
              </a:ext>
            </a:extLst>
          </p:cNvPr>
          <p:cNvSpPr>
            <a:spLocks noGrp="1"/>
          </p:cNvSpPr>
          <p:nvPr>
            <p:ph type="tbl" sz="quarter" idx="51" hasCustomPrompt="1"/>
          </p:nvPr>
        </p:nvSpPr>
        <p:spPr>
          <a:xfrm>
            <a:off x="8194676" y="4008439"/>
            <a:ext cx="3484563" cy="1920875"/>
          </a:xfrm>
        </p:spPr>
        <p:txBody>
          <a:bodyPr rIns="0" anchor="ctr" anchorCtr="0"/>
          <a:lstStyle>
            <a:lvl1pPr algn="ctr">
              <a:defRPr/>
            </a:lvl1pPr>
            <a:lvl2pPr algn="ctr">
              <a:defRPr sz="1200"/>
            </a:lvl2pPr>
          </a:lstStyle>
          <a:p>
            <a:r>
              <a:rPr lang="en-GB"/>
              <a:t>Click icon to insert table</a:t>
            </a:r>
            <a:br>
              <a:rPr lang="en-GB"/>
            </a:br>
            <a:r>
              <a:rPr lang="en-GB"/>
              <a:t>2 columns x 6 rows</a:t>
            </a:r>
            <a:endParaRPr lang="en-GB" dirty="0"/>
          </a:p>
        </p:txBody>
      </p:sp>
    </p:spTree>
    <p:extLst>
      <p:ext uri="{BB962C8B-B14F-4D97-AF65-F5344CB8AC3E}">
        <p14:creationId xmlns:p14="http://schemas.microsoft.com/office/powerpoint/2010/main" val="3021226982"/>
      </p:ext>
    </p:extLst>
  </p:cSld>
  <p:clrMapOvr>
    <a:masterClrMapping/>
  </p:clrMapOvr>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rack Record - 4up Option 2">
    <p:spTree>
      <p:nvGrpSpPr>
        <p:cNvPr id="1" name=""/>
        <p:cNvGrpSpPr/>
        <p:nvPr/>
      </p:nvGrpSpPr>
      <p:grpSpPr>
        <a:xfrm>
          <a:off x="0" y="0"/>
          <a:ext cx="0" cy="0"/>
          <a:chOff x="0" y="0"/>
          <a:chExt cx="0" cy="0"/>
        </a:xfrm>
      </p:grpSpPr>
      <p:cxnSp>
        <p:nvCxnSpPr>
          <p:cNvPr id="101" name="Nav Line of Sight">
            <a:extLst>
              <a:ext uri="{FF2B5EF4-FFF2-40B4-BE49-F238E27FC236}">
                <a16:creationId xmlns:a16="http://schemas.microsoft.com/office/drawing/2014/main" id="{4F7078D9-99A7-4F4B-A2AE-F455F56FB451}"/>
              </a:ext>
            </a:extLst>
          </p:cNvPr>
          <p:cNvCxnSpPr>
            <a:cxnSpLocks/>
          </p:cNvCxnSpPr>
          <p:nvPr/>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100" name="Navigation Header Placeholder">
            <a:extLst>
              <a:ext uri="{FF2B5EF4-FFF2-40B4-BE49-F238E27FC236}">
                <a16:creationId xmlns:a16="http://schemas.microsoft.com/office/drawing/2014/main" id="{676795B3-D4D7-4DD1-95C2-286A5F9D9236}"/>
              </a:ext>
            </a:extLst>
          </p:cNvPr>
          <p:cNvSpPr>
            <a:spLocks noGrp="1"/>
          </p:cNvSpPr>
          <p:nvPr>
            <p:ph type="body" sz="quarter" idx="43" hasCustomPrompt="1"/>
          </p:nvPr>
        </p:nvSpPr>
        <p:spPr>
          <a:xfrm>
            <a:off x="1536701" y="411481"/>
            <a:ext cx="1936751" cy="182683"/>
          </a:xfrm>
        </p:spPr>
        <p:txBody>
          <a:bodyPr rIns="0"/>
          <a:lstStyle>
            <a:lvl1pPr>
              <a:lnSpc>
                <a:spcPct val="90000"/>
              </a:lnSpc>
              <a:spcBef>
                <a:spcPts val="0"/>
              </a:spcBef>
              <a:spcAft>
                <a:spcPts val="0"/>
              </a:spcAft>
              <a:defRPr sz="1050" cap="all" baseline="0">
                <a:latin typeface="Calibre Medium" panose="020B0603030202060203" pitchFamily="34" charset="0"/>
              </a:defRPr>
            </a:lvl1pPr>
          </a:lstStyle>
          <a:p>
            <a:pPr lvl="0"/>
            <a:r>
              <a:rPr lang="en-GB"/>
              <a:t>Navigation Header</a:t>
            </a:r>
            <a:endParaRPr lang="en-GB" dirty="0"/>
          </a:p>
        </p:txBody>
      </p:sp>
      <p:sp>
        <p:nvSpPr>
          <p:cNvPr id="4" name="Sector Asset Placeholder Left">
            <a:extLst>
              <a:ext uri="{FF2B5EF4-FFF2-40B4-BE49-F238E27FC236}">
                <a16:creationId xmlns:a16="http://schemas.microsoft.com/office/drawing/2014/main" id="{F1FAD510-C3A7-4BC0-86FD-34B90AED9906}"/>
              </a:ext>
            </a:extLst>
          </p:cNvPr>
          <p:cNvSpPr>
            <a:spLocks noGrp="1"/>
          </p:cNvSpPr>
          <p:nvPr>
            <p:ph sz="quarter" idx="44" hasCustomPrompt="1"/>
          </p:nvPr>
        </p:nvSpPr>
        <p:spPr>
          <a:xfrm>
            <a:off x="511177" y="1000126"/>
            <a:ext cx="5021263" cy="822960"/>
          </a:xfrm>
        </p:spPr>
        <p:txBody>
          <a:bodyPr anchor="b" anchorCtr="0"/>
          <a:lstStyle>
            <a:lvl1pPr>
              <a:defRPr>
                <a:solidFill>
                  <a:srgbClr val="96B3B6"/>
                </a:solidFill>
              </a:defRPr>
            </a:lvl1pPr>
          </a:lstStyle>
          <a:p>
            <a:pPr lvl="0"/>
            <a:r>
              <a:rPr lang="en-GB"/>
              <a:t>Sector or Asset Type</a:t>
            </a:r>
            <a:endParaRPr lang="en-GB" dirty="0"/>
          </a:p>
        </p:txBody>
      </p:sp>
      <p:sp>
        <p:nvSpPr>
          <p:cNvPr id="18" name="Picture Placeholder 1">
            <a:extLst>
              <a:ext uri="{FF2B5EF4-FFF2-40B4-BE49-F238E27FC236}">
                <a16:creationId xmlns:a16="http://schemas.microsoft.com/office/drawing/2014/main" id="{7EEB3600-C258-49C2-A78D-AB51D32B0239}"/>
              </a:ext>
            </a:extLst>
          </p:cNvPr>
          <p:cNvSpPr>
            <a:spLocks noGrp="1"/>
          </p:cNvSpPr>
          <p:nvPr>
            <p:ph type="pic" sz="quarter" idx="42"/>
          </p:nvPr>
        </p:nvSpPr>
        <p:spPr>
          <a:xfrm>
            <a:off x="511176" y="2109721"/>
            <a:ext cx="1947369" cy="1965960"/>
          </a:xfrm>
          <a:solidFill>
            <a:srgbClr val="CBCDCB"/>
          </a:solidFill>
        </p:spPr>
        <p:txBody>
          <a:bodyPr rIns="0" anchor="ctr" anchorCtr="0"/>
          <a:lstStyle>
            <a:lvl1pPr algn="ctr">
              <a:defRPr/>
            </a:lvl1pPr>
          </a:lstStyle>
          <a:p>
            <a:r>
              <a:rPr lang="en-US"/>
              <a:t>Click icon to add picture</a:t>
            </a:r>
            <a:endParaRPr lang="en-GB" dirty="0"/>
          </a:p>
        </p:txBody>
      </p:sp>
      <p:sp>
        <p:nvSpPr>
          <p:cNvPr id="17" name="Table Placeholder 1">
            <a:extLst>
              <a:ext uri="{FF2B5EF4-FFF2-40B4-BE49-F238E27FC236}">
                <a16:creationId xmlns:a16="http://schemas.microsoft.com/office/drawing/2014/main" id="{5EB9FE5C-2D7F-45C1-890E-B58D8F268B6C}"/>
              </a:ext>
            </a:extLst>
          </p:cNvPr>
          <p:cNvSpPr>
            <a:spLocks noGrp="1"/>
          </p:cNvSpPr>
          <p:nvPr>
            <p:ph type="tbl" sz="quarter" idx="47" hasCustomPrompt="1"/>
          </p:nvPr>
        </p:nvSpPr>
        <p:spPr>
          <a:xfrm>
            <a:off x="2556934" y="2109721"/>
            <a:ext cx="3488268" cy="1965960"/>
          </a:xfrm>
        </p:spPr>
        <p:txBody>
          <a:bodyPr rIns="0" anchor="ctr" anchorCtr="0"/>
          <a:lstStyle>
            <a:lvl1pPr algn="ctr">
              <a:defRPr/>
            </a:lvl1pPr>
            <a:lvl2pPr algn="ctr">
              <a:defRPr sz="1200"/>
            </a:lvl2pPr>
          </a:lstStyle>
          <a:p>
            <a:r>
              <a:rPr lang="en-GB"/>
              <a:t>Click icon</a:t>
            </a:r>
            <a:br>
              <a:rPr lang="en-GB"/>
            </a:br>
            <a:r>
              <a:rPr lang="en-GB"/>
              <a:t>to insert table</a:t>
            </a:r>
            <a:br>
              <a:rPr lang="en-GB"/>
            </a:br>
            <a:r>
              <a:rPr lang="en-GB"/>
              <a:t>2 columns x 6 rows</a:t>
            </a:r>
            <a:endParaRPr lang="en-GB" dirty="0"/>
          </a:p>
        </p:txBody>
      </p:sp>
      <p:sp>
        <p:nvSpPr>
          <p:cNvPr id="28" name="Picture Placeholder 2">
            <a:extLst>
              <a:ext uri="{FF2B5EF4-FFF2-40B4-BE49-F238E27FC236}">
                <a16:creationId xmlns:a16="http://schemas.microsoft.com/office/drawing/2014/main" id="{0D9309F7-52A6-4F04-9120-F267FA588179}"/>
              </a:ext>
            </a:extLst>
          </p:cNvPr>
          <p:cNvSpPr>
            <a:spLocks noGrp="1"/>
          </p:cNvSpPr>
          <p:nvPr>
            <p:ph type="pic" sz="quarter" idx="50"/>
          </p:nvPr>
        </p:nvSpPr>
        <p:spPr>
          <a:xfrm>
            <a:off x="511176" y="4431661"/>
            <a:ext cx="1947369" cy="1965960"/>
          </a:xfrm>
          <a:solidFill>
            <a:srgbClr val="CBCDCB"/>
          </a:solidFill>
        </p:spPr>
        <p:txBody>
          <a:bodyPr rIns="0" anchor="ctr" anchorCtr="0"/>
          <a:lstStyle>
            <a:lvl1pPr algn="ctr">
              <a:defRPr/>
            </a:lvl1pPr>
          </a:lstStyle>
          <a:p>
            <a:r>
              <a:rPr lang="en-US"/>
              <a:t>Click icon to add picture</a:t>
            </a:r>
            <a:endParaRPr lang="en-GB" dirty="0"/>
          </a:p>
        </p:txBody>
      </p:sp>
      <p:sp>
        <p:nvSpPr>
          <p:cNvPr id="29" name="Table Placeholder 2">
            <a:extLst>
              <a:ext uri="{FF2B5EF4-FFF2-40B4-BE49-F238E27FC236}">
                <a16:creationId xmlns:a16="http://schemas.microsoft.com/office/drawing/2014/main" id="{7591982B-5DDF-4864-B801-20717B21EF9E}"/>
              </a:ext>
            </a:extLst>
          </p:cNvPr>
          <p:cNvSpPr>
            <a:spLocks noGrp="1"/>
          </p:cNvSpPr>
          <p:nvPr>
            <p:ph type="tbl" sz="quarter" idx="51" hasCustomPrompt="1"/>
          </p:nvPr>
        </p:nvSpPr>
        <p:spPr>
          <a:xfrm>
            <a:off x="2556934" y="4431661"/>
            <a:ext cx="3488268" cy="1965960"/>
          </a:xfrm>
        </p:spPr>
        <p:txBody>
          <a:bodyPr rIns="0" anchor="ctr" anchorCtr="0"/>
          <a:lstStyle>
            <a:lvl1pPr algn="ctr">
              <a:defRPr/>
            </a:lvl1pPr>
            <a:lvl2pPr algn="ctr">
              <a:defRPr sz="1200"/>
            </a:lvl2pPr>
          </a:lstStyle>
          <a:p>
            <a:r>
              <a:rPr lang="en-GB"/>
              <a:t>Click icon</a:t>
            </a:r>
            <a:br>
              <a:rPr lang="en-GB"/>
            </a:br>
            <a:r>
              <a:rPr lang="en-GB"/>
              <a:t>to insert table</a:t>
            </a:r>
            <a:br>
              <a:rPr lang="en-GB"/>
            </a:br>
            <a:r>
              <a:rPr lang="en-GB"/>
              <a:t>2 columns x 6 rows</a:t>
            </a:r>
            <a:endParaRPr lang="en-GB" dirty="0"/>
          </a:p>
        </p:txBody>
      </p:sp>
      <p:sp>
        <p:nvSpPr>
          <p:cNvPr id="34" name="Picture Placeholder 3">
            <a:extLst>
              <a:ext uri="{FF2B5EF4-FFF2-40B4-BE49-F238E27FC236}">
                <a16:creationId xmlns:a16="http://schemas.microsoft.com/office/drawing/2014/main" id="{B6C4D19D-F5BA-4B2D-B6B4-8A75208F6B02}"/>
              </a:ext>
            </a:extLst>
          </p:cNvPr>
          <p:cNvSpPr>
            <a:spLocks noGrp="1"/>
          </p:cNvSpPr>
          <p:nvPr>
            <p:ph type="pic" sz="quarter" idx="55"/>
          </p:nvPr>
        </p:nvSpPr>
        <p:spPr>
          <a:xfrm>
            <a:off x="6146765" y="2109721"/>
            <a:ext cx="1947369" cy="1965960"/>
          </a:xfrm>
          <a:solidFill>
            <a:srgbClr val="CBCDCB"/>
          </a:solidFill>
        </p:spPr>
        <p:txBody>
          <a:bodyPr rIns="0" anchor="ctr" anchorCtr="0"/>
          <a:lstStyle>
            <a:lvl1pPr algn="ctr">
              <a:defRPr/>
            </a:lvl1pPr>
          </a:lstStyle>
          <a:p>
            <a:r>
              <a:rPr lang="en-US"/>
              <a:t>Click icon to add picture</a:t>
            </a:r>
            <a:endParaRPr lang="en-GB" dirty="0"/>
          </a:p>
        </p:txBody>
      </p:sp>
      <p:sp>
        <p:nvSpPr>
          <p:cNvPr id="35" name="Table Placeholder 3">
            <a:extLst>
              <a:ext uri="{FF2B5EF4-FFF2-40B4-BE49-F238E27FC236}">
                <a16:creationId xmlns:a16="http://schemas.microsoft.com/office/drawing/2014/main" id="{358FF565-D88B-45D6-A97A-40C6EE7CD186}"/>
              </a:ext>
            </a:extLst>
          </p:cNvPr>
          <p:cNvSpPr>
            <a:spLocks noGrp="1"/>
          </p:cNvSpPr>
          <p:nvPr>
            <p:ph type="tbl" sz="quarter" idx="56" hasCustomPrompt="1"/>
          </p:nvPr>
        </p:nvSpPr>
        <p:spPr>
          <a:xfrm>
            <a:off x="8192497" y="2109721"/>
            <a:ext cx="3488484" cy="1965960"/>
          </a:xfrm>
        </p:spPr>
        <p:txBody>
          <a:bodyPr rIns="0" anchor="ctr" anchorCtr="0"/>
          <a:lstStyle>
            <a:lvl1pPr algn="ctr">
              <a:defRPr/>
            </a:lvl1pPr>
            <a:lvl2pPr algn="ctr">
              <a:defRPr sz="1200"/>
            </a:lvl2pPr>
          </a:lstStyle>
          <a:p>
            <a:r>
              <a:rPr lang="en-GB"/>
              <a:t>Click icon</a:t>
            </a:r>
            <a:br>
              <a:rPr lang="en-GB"/>
            </a:br>
            <a:r>
              <a:rPr lang="en-GB"/>
              <a:t>to insert table</a:t>
            </a:r>
            <a:br>
              <a:rPr lang="en-GB"/>
            </a:br>
            <a:r>
              <a:rPr lang="en-GB"/>
              <a:t>2 columns x 6 rows</a:t>
            </a:r>
            <a:endParaRPr lang="en-GB" dirty="0"/>
          </a:p>
        </p:txBody>
      </p:sp>
      <p:sp>
        <p:nvSpPr>
          <p:cNvPr id="39" name="Picture Placeholder 4">
            <a:extLst>
              <a:ext uri="{FF2B5EF4-FFF2-40B4-BE49-F238E27FC236}">
                <a16:creationId xmlns:a16="http://schemas.microsoft.com/office/drawing/2014/main" id="{420667A6-1CA8-47BC-BD45-74C86B6A915F}"/>
              </a:ext>
            </a:extLst>
          </p:cNvPr>
          <p:cNvSpPr>
            <a:spLocks noGrp="1"/>
          </p:cNvSpPr>
          <p:nvPr>
            <p:ph type="pic" sz="quarter" idx="59"/>
          </p:nvPr>
        </p:nvSpPr>
        <p:spPr>
          <a:xfrm>
            <a:off x="6146765" y="4431661"/>
            <a:ext cx="1947369" cy="1965960"/>
          </a:xfrm>
          <a:solidFill>
            <a:srgbClr val="CBCDCB"/>
          </a:solidFill>
        </p:spPr>
        <p:txBody>
          <a:bodyPr rIns="0" anchor="ctr" anchorCtr="0"/>
          <a:lstStyle>
            <a:lvl1pPr algn="ctr">
              <a:defRPr/>
            </a:lvl1pPr>
          </a:lstStyle>
          <a:p>
            <a:r>
              <a:rPr lang="en-US"/>
              <a:t>Click icon to add picture</a:t>
            </a:r>
            <a:endParaRPr lang="en-GB" dirty="0"/>
          </a:p>
        </p:txBody>
      </p:sp>
      <p:sp>
        <p:nvSpPr>
          <p:cNvPr id="40" name="Table Placeholder 4">
            <a:extLst>
              <a:ext uri="{FF2B5EF4-FFF2-40B4-BE49-F238E27FC236}">
                <a16:creationId xmlns:a16="http://schemas.microsoft.com/office/drawing/2014/main" id="{177467AF-E654-466D-855B-46C749C92FDD}"/>
              </a:ext>
            </a:extLst>
          </p:cNvPr>
          <p:cNvSpPr>
            <a:spLocks noGrp="1"/>
          </p:cNvSpPr>
          <p:nvPr>
            <p:ph type="tbl" sz="quarter" idx="60" hasCustomPrompt="1"/>
          </p:nvPr>
        </p:nvSpPr>
        <p:spPr>
          <a:xfrm>
            <a:off x="8192497" y="4431661"/>
            <a:ext cx="3488484" cy="1965960"/>
          </a:xfrm>
        </p:spPr>
        <p:txBody>
          <a:bodyPr rIns="0" anchor="ctr" anchorCtr="0"/>
          <a:lstStyle>
            <a:lvl1pPr algn="ctr">
              <a:defRPr/>
            </a:lvl1pPr>
            <a:lvl2pPr algn="ctr">
              <a:defRPr sz="1200"/>
            </a:lvl2pPr>
          </a:lstStyle>
          <a:p>
            <a:r>
              <a:rPr lang="en-GB"/>
              <a:t>Click icon</a:t>
            </a:r>
            <a:br>
              <a:rPr lang="en-GB"/>
            </a:br>
            <a:r>
              <a:rPr lang="en-GB"/>
              <a:t>to insert table</a:t>
            </a:r>
            <a:br>
              <a:rPr lang="en-GB"/>
            </a:br>
            <a:r>
              <a:rPr lang="en-GB"/>
              <a:t>2 columns x 6 rows</a:t>
            </a:r>
            <a:endParaRPr lang="en-GB" dirty="0"/>
          </a:p>
        </p:txBody>
      </p:sp>
    </p:spTree>
    <p:extLst>
      <p:ext uri="{BB962C8B-B14F-4D97-AF65-F5344CB8AC3E}">
        <p14:creationId xmlns:p14="http://schemas.microsoft.com/office/powerpoint/2010/main" val="1429391774"/>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Event Speakers - 3up">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7" y="1616600"/>
            <a:ext cx="2971391" cy="1232552"/>
          </a:xfrm>
        </p:spPr>
        <p:txBody>
          <a:bodyPr/>
          <a:lstStyle/>
          <a:p>
            <a:r>
              <a:rPr lang="en-US"/>
              <a:t>Click to edit Master title style</a:t>
            </a:r>
            <a:endParaRPr lang="en-GB" dirty="0"/>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Headshot Placeholder 1">
            <a:extLst>
              <a:ext uri="{FF2B5EF4-FFF2-40B4-BE49-F238E27FC236}">
                <a16:creationId xmlns:a16="http://schemas.microsoft.com/office/drawing/2014/main" id="{D1623E2B-E1E3-403F-AC41-B00361F97368}"/>
              </a:ext>
            </a:extLst>
          </p:cNvPr>
          <p:cNvSpPr>
            <a:spLocks noGrp="1" noChangeAspect="1"/>
          </p:cNvSpPr>
          <p:nvPr>
            <p:ph type="pic" sz="quarter" idx="12" hasCustomPrompt="1"/>
          </p:nvPr>
        </p:nvSpPr>
        <p:spPr>
          <a:xfrm>
            <a:off x="3584575" y="1616600"/>
            <a:ext cx="1714500" cy="1143000"/>
          </a:xfrm>
        </p:spPr>
        <p:txBody>
          <a:bodyPr rIns="0" anchor="ctr" anchorCtr="0"/>
          <a:lstStyle>
            <a:lvl1pPr algn="ctr">
              <a:defRPr sz="1600"/>
            </a:lvl1pPr>
          </a:lstStyle>
          <a:p>
            <a:r>
              <a:rPr lang="en-GB"/>
              <a:t>Click here to insert headshot</a:t>
            </a:r>
            <a:endParaRPr lang="en-GB" dirty="0"/>
          </a:p>
        </p:txBody>
      </p:sp>
      <p:sp>
        <p:nvSpPr>
          <p:cNvPr id="11" name="Headshot Placeholder 2">
            <a:extLst>
              <a:ext uri="{FF2B5EF4-FFF2-40B4-BE49-F238E27FC236}">
                <a16:creationId xmlns:a16="http://schemas.microsoft.com/office/drawing/2014/main" id="{E8A38C91-468D-43C3-9DDF-3D49BE4EEB64}"/>
              </a:ext>
            </a:extLst>
          </p:cNvPr>
          <p:cNvSpPr>
            <a:spLocks noGrp="1" noChangeAspect="1"/>
          </p:cNvSpPr>
          <p:nvPr>
            <p:ph type="pic" sz="quarter" idx="13" hasCustomPrompt="1"/>
          </p:nvPr>
        </p:nvSpPr>
        <p:spPr>
          <a:xfrm>
            <a:off x="6146801" y="1616600"/>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13" name="Headshot Placeholder 3">
            <a:extLst>
              <a:ext uri="{FF2B5EF4-FFF2-40B4-BE49-F238E27FC236}">
                <a16:creationId xmlns:a16="http://schemas.microsoft.com/office/drawing/2014/main" id="{6D74FF19-6316-46B5-9F2F-197A096DAFC9}"/>
              </a:ext>
            </a:extLst>
          </p:cNvPr>
          <p:cNvSpPr>
            <a:spLocks noGrp="1" noChangeAspect="1"/>
          </p:cNvSpPr>
          <p:nvPr>
            <p:ph type="pic" sz="quarter" idx="14" hasCustomPrompt="1"/>
          </p:nvPr>
        </p:nvSpPr>
        <p:spPr>
          <a:xfrm>
            <a:off x="8711023" y="1616600"/>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15" name="Speaker Placeholder 1">
            <a:extLst>
              <a:ext uri="{FF2B5EF4-FFF2-40B4-BE49-F238E27FC236}">
                <a16:creationId xmlns:a16="http://schemas.microsoft.com/office/drawing/2014/main" id="{1580652B-9E6F-4260-9DEC-3A38C7F88E83}"/>
              </a:ext>
            </a:extLst>
          </p:cNvPr>
          <p:cNvSpPr>
            <a:spLocks noGrp="1"/>
          </p:cNvSpPr>
          <p:nvPr>
            <p:ph sz="quarter" idx="15" hasCustomPrompt="1"/>
          </p:nvPr>
        </p:nvSpPr>
        <p:spPr>
          <a:xfrm>
            <a:off x="3584574" y="2852740"/>
            <a:ext cx="2263775" cy="1773237"/>
          </a:xfrm>
        </p:spPr>
        <p:txBody>
          <a:bodyPr/>
          <a:lstStyle>
            <a:lvl1pPr>
              <a:spcBef>
                <a:spcPts val="0"/>
              </a:spcBef>
              <a:spcAft>
                <a:spcPts val="0"/>
              </a:spcAft>
              <a:defRPr sz="14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17" name="Speaker Placeholder 2">
            <a:extLst>
              <a:ext uri="{FF2B5EF4-FFF2-40B4-BE49-F238E27FC236}">
                <a16:creationId xmlns:a16="http://schemas.microsoft.com/office/drawing/2014/main" id="{827758D5-026F-4A2D-A871-26D5B08A4CBD}"/>
              </a:ext>
            </a:extLst>
          </p:cNvPr>
          <p:cNvSpPr>
            <a:spLocks noGrp="1"/>
          </p:cNvSpPr>
          <p:nvPr>
            <p:ph sz="quarter" idx="16" hasCustomPrompt="1"/>
          </p:nvPr>
        </p:nvSpPr>
        <p:spPr>
          <a:xfrm>
            <a:off x="6146799" y="2852740"/>
            <a:ext cx="2263775" cy="1773237"/>
          </a:xfrm>
        </p:spPr>
        <p:txBody>
          <a:bodyPr/>
          <a:lstStyle>
            <a:lvl1pPr>
              <a:spcBef>
                <a:spcPts val="0"/>
              </a:spcBef>
              <a:spcAft>
                <a:spcPts val="0"/>
              </a:spcAft>
              <a:defRPr sz="14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19" name="Speaker Placeholder 3">
            <a:extLst>
              <a:ext uri="{FF2B5EF4-FFF2-40B4-BE49-F238E27FC236}">
                <a16:creationId xmlns:a16="http://schemas.microsoft.com/office/drawing/2014/main" id="{981AFD52-7FA0-454D-A7E7-FF6CFF403186}"/>
              </a:ext>
            </a:extLst>
          </p:cNvPr>
          <p:cNvSpPr>
            <a:spLocks noGrp="1"/>
          </p:cNvSpPr>
          <p:nvPr>
            <p:ph sz="quarter" idx="17" hasCustomPrompt="1"/>
          </p:nvPr>
        </p:nvSpPr>
        <p:spPr>
          <a:xfrm>
            <a:off x="8709025" y="2852740"/>
            <a:ext cx="2263775" cy="1773237"/>
          </a:xfrm>
        </p:spPr>
        <p:txBody>
          <a:bodyPr/>
          <a:lstStyle>
            <a:lvl1pPr>
              <a:spcBef>
                <a:spcPts val="0"/>
              </a:spcBef>
              <a:spcAft>
                <a:spcPts val="0"/>
              </a:spcAft>
              <a:defRPr sz="1400">
                <a:latin typeface="Financier Display Medium" panose="02020603070506060203" pitchFamily="18" charset="0"/>
              </a:defRPr>
            </a:lvl1pPr>
            <a:lvl2pPr>
              <a:spcAft>
                <a:spcPts val="300"/>
              </a:spcAft>
              <a:defRPr sz="1100">
                <a:latin typeface="+mn-lt"/>
              </a:defRPr>
            </a:lvl2pPr>
            <a:lvl3pPr>
              <a:spcBef>
                <a:spcPts val="0"/>
              </a:spcBef>
              <a:spcAft>
                <a:spcPts val="0"/>
              </a:spcAft>
              <a:defRPr sz="1000">
                <a:latin typeface="Calibre Light" panose="020B0303030202060203" pitchFamily="34" charset="0"/>
              </a:defRPr>
            </a:lvl3pPr>
            <a:lvl4pPr>
              <a:defRPr sz="1000"/>
            </a:lvl4pPr>
          </a:lstStyle>
          <a:p>
            <a:pPr lvl="0"/>
            <a:r>
              <a:rPr lang="en-GB"/>
              <a:t>FirstnameLast</a:t>
            </a:r>
          </a:p>
          <a:p>
            <a:pPr lvl="1"/>
            <a:r>
              <a:rPr lang="en-GB"/>
              <a:t>Title</a:t>
            </a:r>
          </a:p>
          <a:p>
            <a:pPr lvl="2"/>
            <a:r>
              <a:rPr lang="en-GB"/>
              <a:t>Contact info</a:t>
            </a:r>
          </a:p>
          <a:p>
            <a:pPr lvl="3"/>
            <a:r>
              <a:rPr lang="en-GB"/>
              <a:t>Bio info</a:t>
            </a:r>
            <a:endParaRPr lang="en-GB" dirty="0"/>
          </a:p>
        </p:txBody>
      </p:sp>
    </p:spTree>
    <p:extLst>
      <p:ext uri="{BB962C8B-B14F-4D97-AF65-F5344CB8AC3E}">
        <p14:creationId xmlns:p14="http://schemas.microsoft.com/office/powerpoint/2010/main" val="17710873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Event Speakers - 6up">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p:txBody>
          <a:bodyPr/>
          <a:lstStyle/>
          <a:p>
            <a:r>
              <a:rPr lang="en-US"/>
              <a:t>Click to edit Master title style</a:t>
            </a:r>
            <a:endParaRPr lang="en-GB" dirty="0"/>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Headshot Placeholder 1">
            <a:extLst>
              <a:ext uri="{FF2B5EF4-FFF2-40B4-BE49-F238E27FC236}">
                <a16:creationId xmlns:a16="http://schemas.microsoft.com/office/drawing/2014/main" id="{D1623E2B-E1E3-403F-AC41-B00361F97368}"/>
              </a:ext>
            </a:extLst>
          </p:cNvPr>
          <p:cNvSpPr>
            <a:spLocks noGrp="1" noChangeAspect="1"/>
          </p:cNvSpPr>
          <p:nvPr>
            <p:ph type="pic" sz="quarter" idx="12" hasCustomPrompt="1"/>
          </p:nvPr>
        </p:nvSpPr>
        <p:spPr>
          <a:xfrm>
            <a:off x="3584575" y="1616600"/>
            <a:ext cx="1714500" cy="1143000"/>
          </a:xfrm>
        </p:spPr>
        <p:txBody>
          <a:bodyPr rIns="0" anchor="ctr" anchorCtr="0"/>
          <a:lstStyle>
            <a:lvl1pPr algn="ctr">
              <a:defRPr sz="1600"/>
            </a:lvl1pPr>
          </a:lstStyle>
          <a:p>
            <a:r>
              <a:rPr lang="en-GB"/>
              <a:t>Click here to insert headshot</a:t>
            </a:r>
            <a:endParaRPr lang="en-GB" dirty="0"/>
          </a:p>
        </p:txBody>
      </p:sp>
      <p:sp>
        <p:nvSpPr>
          <p:cNvPr id="11" name="Headshot Placeholder 2">
            <a:extLst>
              <a:ext uri="{FF2B5EF4-FFF2-40B4-BE49-F238E27FC236}">
                <a16:creationId xmlns:a16="http://schemas.microsoft.com/office/drawing/2014/main" id="{E8A38C91-468D-43C3-9DDF-3D49BE4EEB64}"/>
              </a:ext>
            </a:extLst>
          </p:cNvPr>
          <p:cNvSpPr>
            <a:spLocks noGrp="1" noChangeAspect="1"/>
          </p:cNvSpPr>
          <p:nvPr>
            <p:ph type="pic" sz="quarter" idx="13" hasCustomPrompt="1"/>
          </p:nvPr>
        </p:nvSpPr>
        <p:spPr>
          <a:xfrm>
            <a:off x="6146705" y="1616600"/>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13" name="Headshot Placeholder 3">
            <a:extLst>
              <a:ext uri="{FF2B5EF4-FFF2-40B4-BE49-F238E27FC236}">
                <a16:creationId xmlns:a16="http://schemas.microsoft.com/office/drawing/2014/main" id="{6D74FF19-6316-46B5-9F2F-197A096DAFC9}"/>
              </a:ext>
            </a:extLst>
          </p:cNvPr>
          <p:cNvSpPr>
            <a:spLocks noGrp="1" noChangeAspect="1"/>
          </p:cNvSpPr>
          <p:nvPr>
            <p:ph type="pic" sz="quarter" idx="14" hasCustomPrompt="1"/>
          </p:nvPr>
        </p:nvSpPr>
        <p:spPr>
          <a:xfrm>
            <a:off x="8708833" y="1616600"/>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8" name="Headshot Placeholder 4">
            <a:extLst>
              <a:ext uri="{FF2B5EF4-FFF2-40B4-BE49-F238E27FC236}">
                <a16:creationId xmlns:a16="http://schemas.microsoft.com/office/drawing/2014/main" id="{E562E097-32AF-4CB3-8CFD-E3F12BE51433}"/>
              </a:ext>
            </a:extLst>
          </p:cNvPr>
          <p:cNvSpPr>
            <a:spLocks noGrp="1" noChangeAspect="1"/>
          </p:cNvSpPr>
          <p:nvPr>
            <p:ph type="pic" sz="quarter" idx="18" hasCustomPrompt="1"/>
          </p:nvPr>
        </p:nvSpPr>
        <p:spPr>
          <a:xfrm>
            <a:off x="3584575" y="4082255"/>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14" name="Headshot Placeholder 5">
            <a:extLst>
              <a:ext uri="{FF2B5EF4-FFF2-40B4-BE49-F238E27FC236}">
                <a16:creationId xmlns:a16="http://schemas.microsoft.com/office/drawing/2014/main" id="{EEC09747-3096-49C8-AF80-79E243A26F01}"/>
              </a:ext>
            </a:extLst>
          </p:cNvPr>
          <p:cNvSpPr>
            <a:spLocks noGrp="1" noChangeAspect="1"/>
          </p:cNvSpPr>
          <p:nvPr>
            <p:ph type="pic" sz="quarter" idx="20" hasCustomPrompt="1"/>
          </p:nvPr>
        </p:nvSpPr>
        <p:spPr>
          <a:xfrm>
            <a:off x="6146703" y="4082255"/>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18" name="Headshot Placeholder 6">
            <a:extLst>
              <a:ext uri="{FF2B5EF4-FFF2-40B4-BE49-F238E27FC236}">
                <a16:creationId xmlns:a16="http://schemas.microsoft.com/office/drawing/2014/main" id="{5A0F6C97-4947-4297-B676-3E2F9F9B08F9}"/>
              </a:ext>
            </a:extLst>
          </p:cNvPr>
          <p:cNvSpPr>
            <a:spLocks noGrp="1" noChangeAspect="1"/>
          </p:cNvSpPr>
          <p:nvPr>
            <p:ph type="pic" sz="quarter" idx="21" hasCustomPrompt="1"/>
          </p:nvPr>
        </p:nvSpPr>
        <p:spPr>
          <a:xfrm>
            <a:off x="8708833" y="4082255"/>
            <a:ext cx="1714500" cy="114300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15" name="Speaker Placeholder 1">
            <a:extLst>
              <a:ext uri="{FF2B5EF4-FFF2-40B4-BE49-F238E27FC236}">
                <a16:creationId xmlns:a16="http://schemas.microsoft.com/office/drawing/2014/main" id="{1580652B-9E6F-4260-9DEC-3A38C7F88E83}"/>
              </a:ext>
            </a:extLst>
          </p:cNvPr>
          <p:cNvSpPr>
            <a:spLocks noGrp="1"/>
          </p:cNvSpPr>
          <p:nvPr>
            <p:ph sz="quarter" idx="15" hasCustomPrompt="1"/>
          </p:nvPr>
        </p:nvSpPr>
        <p:spPr>
          <a:xfrm>
            <a:off x="3584575" y="2847929"/>
            <a:ext cx="2263968" cy="1160509"/>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10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17" name="Speaker Placeholder 2">
            <a:extLst>
              <a:ext uri="{FF2B5EF4-FFF2-40B4-BE49-F238E27FC236}">
                <a16:creationId xmlns:a16="http://schemas.microsoft.com/office/drawing/2014/main" id="{827758D5-026F-4A2D-A871-26D5B08A4CBD}"/>
              </a:ext>
            </a:extLst>
          </p:cNvPr>
          <p:cNvSpPr>
            <a:spLocks noGrp="1"/>
          </p:cNvSpPr>
          <p:nvPr>
            <p:ph sz="quarter" idx="16" hasCustomPrompt="1"/>
          </p:nvPr>
        </p:nvSpPr>
        <p:spPr>
          <a:xfrm>
            <a:off x="6146704" y="2847929"/>
            <a:ext cx="2263968" cy="1160509"/>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10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19" name="Speaker Placeholder 3">
            <a:extLst>
              <a:ext uri="{FF2B5EF4-FFF2-40B4-BE49-F238E27FC236}">
                <a16:creationId xmlns:a16="http://schemas.microsoft.com/office/drawing/2014/main" id="{981AFD52-7FA0-454D-A7E7-FF6CFF403186}"/>
              </a:ext>
            </a:extLst>
          </p:cNvPr>
          <p:cNvSpPr>
            <a:spLocks noGrp="1"/>
          </p:cNvSpPr>
          <p:nvPr>
            <p:ph sz="quarter" idx="17" hasCustomPrompt="1"/>
          </p:nvPr>
        </p:nvSpPr>
        <p:spPr>
          <a:xfrm>
            <a:off x="8708832" y="2847929"/>
            <a:ext cx="2263968" cy="1160509"/>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10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10" name="Speaker Placeholder 4">
            <a:extLst>
              <a:ext uri="{FF2B5EF4-FFF2-40B4-BE49-F238E27FC236}">
                <a16:creationId xmlns:a16="http://schemas.microsoft.com/office/drawing/2014/main" id="{42AA3A88-FA21-4ACB-9882-A7C04F6FDD72}"/>
              </a:ext>
            </a:extLst>
          </p:cNvPr>
          <p:cNvSpPr>
            <a:spLocks noGrp="1"/>
          </p:cNvSpPr>
          <p:nvPr>
            <p:ph sz="quarter" idx="19" hasCustomPrompt="1"/>
          </p:nvPr>
        </p:nvSpPr>
        <p:spPr>
          <a:xfrm>
            <a:off x="3584576" y="5313362"/>
            <a:ext cx="2264189" cy="1160509"/>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10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25" name="Speaker Placeholder 5">
            <a:extLst>
              <a:ext uri="{FF2B5EF4-FFF2-40B4-BE49-F238E27FC236}">
                <a16:creationId xmlns:a16="http://schemas.microsoft.com/office/drawing/2014/main" id="{B2B0C01B-6531-42DF-8417-7D611F2700F2}"/>
              </a:ext>
            </a:extLst>
          </p:cNvPr>
          <p:cNvSpPr>
            <a:spLocks noGrp="1"/>
          </p:cNvSpPr>
          <p:nvPr>
            <p:ph sz="quarter" idx="24" hasCustomPrompt="1"/>
          </p:nvPr>
        </p:nvSpPr>
        <p:spPr>
          <a:xfrm>
            <a:off x="6146799" y="5313362"/>
            <a:ext cx="2263968" cy="1160509"/>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10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27" name="Speaker Placeholder 6">
            <a:extLst>
              <a:ext uri="{FF2B5EF4-FFF2-40B4-BE49-F238E27FC236}">
                <a16:creationId xmlns:a16="http://schemas.microsoft.com/office/drawing/2014/main" id="{CC0E2C9A-7281-4F6E-B19D-616AF41B108E}"/>
              </a:ext>
            </a:extLst>
          </p:cNvPr>
          <p:cNvSpPr>
            <a:spLocks noGrp="1"/>
          </p:cNvSpPr>
          <p:nvPr>
            <p:ph sz="quarter" idx="25" hasCustomPrompt="1"/>
          </p:nvPr>
        </p:nvSpPr>
        <p:spPr>
          <a:xfrm>
            <a:off x="8708832" y="5313362"/>
            <a:ext cx="2263968" cy="1160509"/>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10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Tree>
    <p:extLst>
      <p:ext uri="{BB962C8B-B14F-4D97-AF65-F5344CB8AC3E}">
        <p14:creationId xmlns:p14="http://schemas.microsoft.com/office/powerpoint/2010/main" val="279675176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Event Speakers - 8up">
    <p:spTree>
      <p:nvGrpSpPr>
        <p:cNvPr id="1" name=""/>
        <p:cNvGrpSpPr/>
        <p:nvPr/>
      </p:nvGrpSpPr>
      <p:grpSpPr>
        <a:xfrm>
          <a:off x="0" y="0"/>
          <a:ext cx="0" cy="0"/>
          <a:chOff x="0" y="0"/>
          <a:chExt cx="0" cy="0"/>
        </a:xfrm>
      </p:grpSpPr>
      <p:sp>
        <p:nvSpPr>
          <p:cNvPr id="7" name="Notes Placeholder">
            <a:extLst>
              <a:ext uri="{FF2B5EF4-FFF2-40B4-BE49-F238E27FC236}">
                <a16:creationId xmlns:a16="http://schemas.microsoft.com/office/drawing/2014/main" id="{9AC7DFF1-237E-42C0-B070-2C08EDF4EDD2}"/>
              </a:ext>
            </a:extLst>
          </p:cNvPr>
          <p:cNvSpPr>
            <a:spLocks noGrp="1"/>
          </p:cNvSpPr>
          <p:nvPr>
            <p:ph type="body" sz="quarter" idx="11"/>
          </p:nvPr>
        </p:nvSpPr>
        <p:spPr>
          <a:xfrm>
            <a:off x="511176" y="3463926"/>
            <a:ext cx="2462784" cy="3008376"/>
          </a:xfrm>
        </p:spPr>
        <p:txBody>
          <a:bodyPr/>
          <a:lstStyle>
            <a:lvl1pPr>
              <a:spcBef>
                <a:spcPts val="600"/>
              </a:spcBef>
              <a:spcAft>
                <a:spcPts val="0"/>
              </a:spcAft>
              <a:defRPr sz="1050">
                <a:latin typeface="Calibre Semibold" panose="020B0703030202060203" pitchFamily="34" charset="0"/>
              </a:defRPr>
            </a:lvl1pPr>
            <a:lvl2pPr>
              <a:spcBef>
                <a:spcPts val="300"/>
              </a:spcBef>
              <a:spcAft>
                <a:spcPts val="300"/>
              </a:spcAft>
              <a:defRPr sz="1050">
                <a:latin typeface="+mn-lt"/>
              </a:defRPr>
            </a:lvl2pPr>
            <a:lvl3pPr marL="171450" indent="-171450">
              <a:spcBef>
                <a:spcPts val="200"/>
              </a:spcBef>
              <a:spcAft>
                <a:spcPts val="0"/>
              </a:spcAft>
              <a:buFont typeface="Calibre" panose="020B0503030202060203" pitchFamily="34" charset="0"/>
              <a:buChar char="–"/>
              <a:defRPr sz="1050">
                <a:latin typeface="+mn-lt"/>
              </a:defRPr>
            </a:lvl3pPr>
            <a:lvl4pPr>
              <a:defRPr sz="1050">
                <a:latin typeface="+mn-lt"/>
              </a:defRPr>
            </a:lvl4pPr>
            <a:lvl5pPr>
              <a:defRPr sz="1050">
                <a:latin typeface="+mn-lt"/>
              </a:defRPr>
            </a:lvl5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944047B7-C3F4-44CE-8AF6-813AA0A42774}"/>
              </a:ext>
            </a:extLst>
          </p:cNvPr>
          <p:cNvSpPr>
            <a:spLocks noGrp="1"/>
          </p:cNvSpPr>
          <p:nvPr>
            <p:ph type="title"/>
          </p:nvPr>
        </p:nvSpPr>
        <p:spPr>
          <a:xfrm>
            <a:off x="511177" y="1616600"/>
            <a:ext cx="2971391" cy="1232552"/>
          </a:xfrm>
        </p:spPr>
        <p:txBody>
          <a:bodyPr/>
          <a:lstStyle/>
          <a:p>
            <a:r>
              <a:rPr lang="en-US"/>
              <a:t>Click to edit Master title style</a:t>
            </a:r>
            <a:endParaRPr lang="en-GB" dirty="0"/>
          </a:p>
        </p:txBody>
      </p:sp>
      <p:cxnSp>
        <p:nvCxnSpPr>
          <p:cNvPr id="3" name="Nav Line of Sight">
            <a:extLst>
              <a:ext uri="{FF2B5EF4-FFF2-40B4-BE49-F238E27FC236}">
                <a16:creationId xmlns:a16="http://schemas.microsoft.com/office/drawing/2014/main" id="{D7785200-EEF1-4433-8FC7-132E42A01775}"/>
              </a:ext>
            </a:extLst>
          </p:cNvPr>
          <p:cNvCxnSpPr>
            <a:cxnSpLocks/>
          </p:cNvCxnSpPr>
          <p:nvPr userDrawn="1"/>
        </p:nvCxnSpPr>
        <p:spPr>
          <a:xfrm flipH="1">
            <a:off x="503225" y="484632"/>
            <a:ext cx="931876" cy="0"/>
          </a:xfrm>
          <a:prstGeom prst="line">
            <a:avLst/>
          </a:prstGeom>
          <a:ln w="25400">
            <a:solidFill>
              <a:srgbClr val="17E891"/>
            </a:solidFill>
          </a:ln>
        </p:spPr>
        <p:style>
          <a:lnRef idx="1">
            <a:schemeClr val="accent1"/>
          </a:lnRef>
          <a:fillRef idx="0">
            <a:schemeClr val="accent1"/>
          </a:fillRef>
          <a:effectRef idx="0">
            <a:schemeClr val="accent1"/>
          </a:effectRef>
          <a:fontRef idx="minor">
            <a:schemeClr val="tx1"/>
          </a:fontRef>
        </p:style>
      </p:cxnSp>
      <p:sp>
        <p:nvSpPr>
          <p:cNvPr id="6" name="Navigation Header Placeholder">
            <a:extLst>
              <a:ext uri="{FF2B5EF4-FFF2-40B4-BE49-F238E27FC236}">
                <a16:creationId xmlns:a16="http://schemas.microsoft.com/office/drawing/2014/main" id="{682DE23F-D9AC-4E0E-B3B4-53687A5F35C9}"/>
              </a:ext>
            </a:extLst>
          </p:cNvPr>
          <p:cNvSpPr>
            <a:spLocks noGrp="1"/>
          </p:cNvSpPr>
          <p:nvPr>
            <p:ph type="body" sz="quarter" idx="10" hasCustomPrompt="1"/>
          </p:nvPr>
        </p:nvSpPr>
        <p:spPr>
          <a:xfrm>
            <a:off x="1536700" y="411480"/>
            <a:ext cx="1938528" cy="182880"/>
          </a:xfrm>
        </p:spPr>
        <p:txBody>
          <a:bodyPr/>
          <a:lstStyle>
            <a:lvl1pPr>
              <a:lnSpc>
                <a:spcPct val="90000"/>
              </a:lnSpc>
              <a:defRPr sz="1050" cap="all" baseline="0">
                <a:latin typeface="Calibre Medium" panose="020B0603030202060203" pitchFamily="34" charset="0"/>
              </a:defRPr>
            </a:lvl1pPr>
            <a:lvl2pPr>
              <a:defRPr sz="1050" cap="all" baseline="0">
                <a:latin typeface="Calibre Medium" panose="020B0603030202060203" pitchFamily="34" charset="0"/>
              </a:defRPr>
            </a:lvl2pPr>
            <a:lvl3pPr>
              <a:defRPr sz="1050" cap="all" baseline="0">
                <a:latin typeface="Calibre Medium" panose="020B0603030202060203" pitchFamily="34" charset="0"/>
              </a:defRPr>
            </a:lvl3pPr>
            <a:lvl4pPr>
              <a:defRPr sz="1050" cap="all" baseline="0">
                <a:latin typeface="Calibre Medium" panose="020B0603030202060203" pitchFamily="34" charset="0"/>
              </a:defRPr>
            </a:lvl4pPr>
            <a:lvl5pPr>
              <a:defRPr sz="1050" cap="all" baseline="0">
                <a:latin typeface="Calibre Medium" panose="020B0603030202060203" pitchFamily="34" charset="0"/>
              </a:defRPr>
            </a:lvl5pPr>
          </a:lstStyle>
          <a:p>
            <a:pPr lvl="0"/>
            <a:r>
              <a:rPr lang="en-GB"/>
              <a:t>Navigation Header</a:t>
            </a:r>
            <a:endParaRPr lang="en-GB" dirty="0"/>
          </a:p>
        </p:txBody>
      </p:sp>
      <p:sp>
        <p:nvSpPr>
          <p:cNvPr id="5" name="Headshot Placeholder 1">
            <a:extLst>
              <a:ext uri="{FF2B5EF4-FFF2-40B4-BE49-F238E27FC236}">
                <a16:creationId xmlns:a16="http://schemas.microsoft.com/office/drawing/2014/main" id="{D1623E2B-E1E3-403F-AC41-B00361F97368}"/>
              </a:ext>
            </a:extLst>
          </p:cNvPr>
          <p:cNvSpPr>
            <a:spLocks noGrp="1" noChangeAspect="1"/>
          </p:cNvSpPr>
          <p:nvPr>
            <p:ph type="pic" sz="quarter" idx="12" hasCustomPrompt="1"/>
          </p:nvPr>
        </p:nvSpPr>
        <p:spPr>
          <a:xfrm>
            <a:off x="3584577" y="1616601"/>
            <a:ext cx="1435100" cy="956733"/>
          </a:xfrm>
        </p:spPr>
        <p:txBody>
          <a:bodyPr rIns="0" anchor="ctr" anchorCtr="0"/>
          <a:lstStyle>
            <a:lvl1pPr algn="ctr">
              <a:defRPr sz="1600"/>
            </a:lvl1pPr>
          </a:lstStyle>
          <a:p>
            <a:r>
              <a:rPr lang="en-GB"/>
              <a:t>Click here to insert headshot</a:t>
            </a:r>
            <a:endParaRPr lang="en-GB" dirty="0"/>
          </a:p>
        </p:txBody>
      </p:sp>
      <p:sp>
        <p:nvSpPr>
          <p:cNvPr id="11" name="Headshot Placeholder 2">
            <a:extLst>
              <a:ext uri="{FF2B5EF4-FFF2-40B4-BE49-F238E27FC236}">
                <a16:creationId xmlns:a16="http://schemas.microsoft.com/office/drawing/2014/main" id="{E8A38C91-468D-43C3-9DDF-3D49BE4EEB64}"/>
              </a:ext>
            </a:extLst>
          </p:cNvPr>
          <p:cNvSpPr>
            <a:spLocks noGrp="1" noChangeAspect="1"/>
          </p:cNvSpPr>
          <p:nvPr>
            <p:ph type="pic" sz="quarter" idx="13" hasCustomPrompt="1"/>
          </p:nvPr>
        </p:nvSpPr>
        <p:spPr>
          <a:xfrm>
            <a:off x="5630123" y="1616600"/>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13" name="Headshot Placeholder 3">
            <a:extLst>
              <a:ext uri="{FF2B5EF4-FFF2-40B4-BE49-F238E27FC236}">
                <a16:creationId xmlns:a16="http://schemas.microsoft.com/office/drawing/2014/main" id="{6D74FF19-6316-46B5-9F2F-197A096DAFC9}"/>
              </a:ext>
            </a:extLst>
          </p:cNvPr>
          <p:cNvSpPr>
            <a:spLocks noGrp="1" noChangeAspect="1"/>
          </p:cNvSpPr>
          <p:nvPr>
            <p:ph type="pic" sz="quarter" idx="14" hasCustomPrompt="1"/>
          </p:nvPr>
        </p:nvSpPr>
        <p:spPr>
          <a:xfrm>
            <a:off x="7680749" y="1616600"/>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8" name="Headshot Placeholder 4">
            <a:extLst>
              <a:ext uri="{FF2B5EF4-FFF2-40B4-BE49-F238E27FC236}">
                <a16:creationId xmlns:a16="http://schemas.microsoft.com/office/drawing/2014/main" id="{E562E097-32AF-4CB3-8CFD-E3F12BE51433}"/>
              </a:ext>
            </a:extLst>
          </p:cNvPr>
          <p:cNvSpPr>
            <a:spLocks noGrp="1" noChangeAspect="1"/>
          </p:cNvSpPr>
          <p:nvPr>
            <p:ph type="pic" sz="quarter" idx="18" hasCustomPrompt="1"/>
          </p:nvPr>
        </p:nvSpPr>
        <p:spPr>
          <a:xfrm>
            <a:off x="9731375" y="1616600"/>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14" name="Headshot Placeholder 5">
            <a:extLst>
              <a:ext uri="{FF2B5EF4-FFF2-40B4-BE49-F238E27FC236}">
                <a16:creationId xmlns:a16="http://schemas.microsoft.com/office/drawing/2014/main" id="{EEC09747-3096-49C8-AF80-79E243A26F01}"/>
              </a:ext>
            </a:extLst>
          </p:cNvPr>
          <p:cNvSpPr>
            <a:spLocks noGrp="1" noChangeAspect="1"/>
          </p:cNvSpPr>
          <p:nvPr>
            <p:ph type="pic" sz="quarter" idx="20" hasCustomPrompt="1"/>
          </p:nvPr>
        </p:nvSpPr>
        <p:spPr>
          <a:xfrm>
            <a:off x="3584577" y="4082255"/>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18" name="Headshot Placeholder 6">
            <a:extLst>
              <a:ext uri="{FF2B5EF4-FFF2-40B4-BE49-F238E27FC236}">
                <a16:creationId xmlns:a16="http://schemas.microsoft.com/office/drawing/2014/main" id="{5A0F6C97-4947-4297-B676-3E2F9F9B08F9}"/>
              </a:ext>
            </a:extLst>
          </p:cNvPr>
          <p:cNvSpPr>
            <a:spLocks noGrp="1" noChangeAspect="1"/>
          </p:cNvSpPr>
          <p:nvPr>
            <p:ph type="pic" sz="quarter" idx="21" hasCustomPrompt="1"/>
          </p:nvPr>
        </p:nvSpPr>
        <p:spPr>
          <a:xfrm>
            <a:off x="5633510" y="4082255"/>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21" name="Headshot Placeholder 7">
            <a:extLst>
              <a:ext uri="{FF2B5EF4-FFF2-40B4-BE49-F238E27FC236}">
                <a16:creationId xmlns:a16="http://schemas.microsoft.com/office/drawing/2014/main" id="{7332A527-0EB9-43D0-86B3-FF7773EE320D}"/>
              </a:ext>
            </a:extLst>
          </p:cNvPr>
          <p:cNvSpPr>
            <a:spLocks noGrp="1" noChangeAspect="1"/>
          </p:cNvSpPr>
          <p:nvPr>
            <p:ph type="pic" sz="quarter" idx="22" hasCustomPrompt="1"/>
          </p:nvPr>
        </p:nvSpPr>
        <p:spPr>
          <a:xfrm>
            <a:off x="7682443" y="4082255"/>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23" name="Headshot Placeholder 8">
            <a:extLst>
              <a:ext uri="{FF2B5EF4-FFF2-40B4-BE49-F238E27FC236}">
                <a16:creationId xmlns:a16="http://schemas.microsoft.com/office/drawing/2014/main" id="{8893B922-E816-4EB8-918A-6B723AFB4A5B}"/>
              </a:ext>
            </a:extLst>
          </p:cNvPr>
          <p:cNvSpPr>
            <a:spLocks noGrp="1" noChangeAspect="1"/>
          </p:cNvSpPr>
          <p:nvPr>
            <p:ph type="pic" sz="quarter" idx="23" hasCustomPrompt="1"/>
          </p:nvPr>
        </p:nvSpPr>
        <p:spPr>
          <a:xfrm>
            <a:off x="9731375" y="4082255"/>
            <a:ext cx="1440180" cy="960120"/>
          </a:xfrm>
        </p:spPr>
        <p:txBody>
          <a:bodyPr rIns="0" anchor="ctr" anchorCtr="0"/>
          <a:lstStyle>
            <a:lvl1pPr marL="0" marR="0" indent="0" algn="ctr" defTabSz="914400" eaLnBrk="1" fontAlgn="auto" latinLnBrk="0" hangingPunct="1">
              <a:lnSpc>
                <a:spcPct val="100000"/>
              </a:lnSpc>
              <a:spcBef>
                <a:spcPts val="1200"/>
              </a:spcBef>
              <a:spcAft>
                <a:spcPts val="1200"/>
              </a:spcAft>
              <a:buClrTx/>
              <a:buSzTx/>
              <a:buFontTx/>
              <a:buNone/>
              <a:tabLst/>
              <a:defRPr sz="1600"/>
            </a:lvl1pPr>
          </a:lstStyle>
          <a:p>
            <a:pPr marL="0" marR="0" lvl="0" indent="0" defTabSz="914400" eaLnBrk="1" fontAlgn="auto" latinLnBrk="0" hangingPunct="1">
              <a:lnSpc>
                <a:spcPct val="100000"/>
              </a:lnSpc>
              <a:spcBef>
                <a:spcPts val="1200"/>
              </a:spcBef>
              <a:spcAft>
                <a:spcPts val="1200"/>
              </a:spcAft>
              <a:buClrTx/>
              <a:buSzTx/>
              <a:buFontTx/>
              <a:buNone/>
              <a:tabLst/>
              <a:defRPr/>
            </a:pPr>
            <a:r>
              <a:rPr lang="en-GB"/>
              <a:t>Click here to insert headshot</a:t>
            </a:r>
            <a:endParaRPr lang="en-GB" dirty="0"/>
          </a:p>
        </p:txBody>
      </p:sp>
      <p:sp>
        <p:nvSpPr>
          <p:cNvPr id="15" name="Speaker Placeholder 1">
            <a:extLst>
              <a:ext uri="{FF2B5EF4-FFF2-40B4-BE49-F238E27FC236}">
                <a16:creationId xmlns:a16="http://schemas.microsoft.com/office/drawing/2014/main" id="{1580652B-9E6F-4260-9DEC-3A38C7F88E83}"/>
              </a:ext>
            </a:extLst>
          </p:cNvPr>
          <p:cNvSpPr>
            <a:spLocks noGrp="1"/>
          </p:cNvSpPr>
          <p:nvPr>
            <p:ph sz="quarter" idx="15" hasCustomPrompt="1"/>
          </p:nvPr>
        </p:nvSpPr>
        <p:spPr>
          <a:xfrm>
            <a:off x="3584575" y="2667001"/>
            <a:ext cx="1947672" cy="1341437"/>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05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17" name="Speaker Placeholder 2">
            <a:extLst>
              <a:ext uri="{FF2B5EF4-FFF2-40B4-BE49-F238E27FC236}">
                <a16:creationId xmlns:a16="http://schemas.microsoft.com/office/drawing/2014/main" id="{827758D5-026F-4A2D-A871-26D5B08A4CBD}"/>
              </a:ext>
            </a:extLst>
          </p:cNvPr>
          <p:cNvSpPr>
            <a:spLocks noGrp="1"/>
          </p:cNvSpPr>
          <p:nvPr>
            <p:ph sz="quarter" idx="16" hasCustomPrompt="1"/>
          </p:nvPr>
        </p:nvSpPr>
        <p:spPr>
          <a:xfrm>
            <a:off x="5634228" y="2667001"/>
            <a:ext cx="1947672" cy="1341437"/>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05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19" name="Speaker Placeholder 3">
            <a:extLst>
              <a:ext uri="{FF2B5EF4-FFF2-40B4-BE49-F238E27FC236}">
                <a16:creationId xmlns:a16="http://schemas.microsoft.com/office/drawing/2014/main" id="{981AFD52-7FA0-454D-A7E7-FF6CFF403186}"/>
              </a:ext>
            </a:extLst>
          </p:cNvPr>
          <p:cNvSpPr>
            <a:spLocks noGrp="1"/>
          </p:cNvSpPr>
          <p:nvPr>
            <p:ph sz="quarter" idx="17" hasCustomPrompt="1"/>
          </p:nvPr>
        </p:nvSpPr>
        <p:spPr>
          <a:xfrm>
            <a:off x="7681501" y="2667001"/>
            <a:ext cx="1947672" cy="1341437"/>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05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10" name="Speaker Placeholder 4">
            <a:extLst>
              <a:ext uri="{FF2B5EF4-FFF2-40B4-BE49-F238E27FC236}">
                <a16:creationId xmlns:a16="http://schemas.microsoft.com/office/drawing/2014/main" id="{42AA3A88-FA21-4ACB-9882-A7C04F6FDD72}"/>
              </a:ext>
            </a:extLst>
          </p:cNvPr>
          <p:cNvSpPr>
            <a:spLocks noGrp="1"/>
          </p:cNvSpPr>
          <p:nvPr>
            <p:ph sz="quarter" idx="19" hasCustomPrompt="1"/>
          </p:nvPr>
        </p:nvSpPr>
        <p:spPr>
          <a:xfrm>
            <a:off x="9731377" y="2667001"/>
            <a:ext cx="1947863" cy="1341437"/>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05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25" name="Speaker Placeholder 5">
            <a:extLst>
              <a:ext uri="{FF2B5EF4-FFF2-40B4-BE49-F238E27FC236}">
                <a16:creationId xmlns:a16="http://schemas.microsoft.com/office/drawing/2014/main" id="{B2B0C01B-6531-42DF-8417-7D611F2700F2}"/>
              </a:ext>
            </a:extLst>
          </p:cNvPr>
          <p:cNvSpPr>
            <a:spLocks noGrp="1"/>
          </p:cNvSpPr>
          <p:nvPr>
            <p:ph sz="quarter" idx="24" hasCustomPrompt="1"/>
          </p:nvPr>
        </p:nvSpPr>
        <p:spPr>
          <a:xfrm>
            <a:off x="3584575" y="5128782"/>
            <a:ext cx="1947672" cy="1340057"/>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05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27" name="Speaker Placeholder 6">
            <a:extLst>
              <a:ext uri="{FF2B5EF4-FFF2-40B4-BE49-F238E27FC236}">
                <a16:creationId xmlns:a16="http://schemas.microsoft.com/office/drawing/2014/main" id="{CC0E2C9A-7281-4F6E-B19D-616AF41B108E}"/>
              </a:ext>
            </a:extLst>
          </p:cNvPr>
          <p:cNvSpPr>
            <a:spLocks noGrp="1"/>
          </p:cNvSpPr>
          <p:nvPr>
            <p:ph sz="quarter" idx="25" hasCustomPrompt="1"/>
          </p:nvPr>
        </p:nvSpPr>
        <p:spPr>
          <a:xfrm>
            <a:off x="5634228" y="5128782"/>
            <a:ext cx="1947672" cy="1340057"/>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05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29" name="Speaker Placeholder 7">
            <a:extLst>
              <a:ext uri="{FF2B5EF4-FFF2-40B4-BE49-F238E27FC236}">
                <a16:creationId xmlns:a16="http://schemas.microsoft.com/office/drawing/2014/main" id="{57E18A33-5D61-41C4-BC2A-577D212DE187}"/>
              </a:ext>
            </a:extLst>
          </p:cNvPr>
          <p:cNvSpPr>
            <a:spLocks noGrp="1"/>
          </p:cNvSpPr>
          <p:nvPr>
            <p:ph sz="quarter" idx="26" hasCustomPrompt="1"/>
          </p:nvPr>
        </p:nvSpPr>
        <p:spPr>
          <a:xfrm>
            <a:off x="7681501" y="5128782"/>
            <a:ext cx="1947672" cy="1340057"/>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05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
        <p:nvSpPr>
          <p:cNvPr id="31" name="Speaker Placeholder 8">
            <a:extLst>
              <a:ext uri="{FF2B5EF4-FFF2-40B4-BE49-F238E27FC236}">
                <a16:creationId xmlns:a16="http://schemas.microsoft.com/office/drawing/2014/main" id="{BA121CB0-15F6-4A74-B2B5-3C8F4A4B255E}"/>
              </a:ext>
            </a:extLst>
          </p:cNvPr>
          <p:cNvSpPr>
            <a:spLocks noGrp="1"/>
          </p:cNvSpPr>
          <p:nvPr>
            <p:ph sz="quarter" idx="27" hasCustomPrompt="1"/>
          </p:nvPr>
        </p:nvSpPr>
        <p:spPr>
          <a:xfrm>
            <a:off x="9731375" y="5128782"/>
            <a:ext cx="1947672" cy="1340057"/>
          </a:xfrm>
        </p:spPr>
        <p:txBody>
          <a:bodyPr rIns="274320"/>
          <a:lstStyle>
            <a:lvl1pPr>
              <a:spcBef>
                <a:spcPts val="0"/>
              </a:spcBef>
              <a:spcAft>
                <a:spcPts val="0"/>
              </a:spcAft>
              <a:defRPr sz="1400">
                <a:latin typeface="Financier Display Medium" panose="02020603070506060203" pitchFamily="18" charset="0"/>
              </a:defRPr>
            </a:lvl1pPr>
            <a:lvl2pPr>
              <a:spcAft>
                <a:spcPts val="300"/>
              </a:spcAft>
              <a:defRPr sz="1050">
                <a:latin typeface="+mn-lt"/>
              </a:defRPr>
            </a:lvl2pPr>
            <a:lvl3pPr>
              <a:spcBef>
                <a:spcPts val="0"/>
              </a:spcBef>
              <a:spcAft>
                <a:spcPts val="0"/>
              </a:spcAft>
              <a:defRPr sz="900">
                <a:latin typeface="Calibre Light" panose="020B0303030202060203" pitchFamily="34" charset="0"/>
              </a:defRPr>
            </a:lvl3pPr>
            <a:lvl4pPr>
              <a:defRPr sz="900"/>
            </a:lvl4pPr>
          </a:lstStyle>
          <a:p>
            <a:pPr lvl="0"/>
            <a:r>
              <a:rPr lang="en-GB"/>
              <a:t>FirstnameLast</a:t>
            </a:r>
          </a:p>
          <a:p>
            <a:pPr lvl="1"/>
            <a:r>
              <a:rPr lang="en-GB"/>
              <a:t>Title</a:t>
            </a:r>
          </a:p>
          <a:p>
            <a:pPr lvl="2"/>
            <a:r>
              <a:rPr lang="en-GB"/>
              <a:t>Contact info</a:t>
            </a:r>
          </a:p>
          <a:p>
            <a:pPr lvl="3"/>
            <a:r>
              <a:rPr lang="en-GB"/>
              <a:t>Bio info</a:t>
            </a:r>
            <a:endParaRPr lang="en-GB" dirty="0"/>
          </a:p>
        </p:txBody>
      </p:sp>
    </p:spTree>
    <p:extLst>
      <p:ext uri="{BB962C8B-B14F-4D97-AF65-F5344CB8AC3E}">
        <p14:creationId xmlns:p14="http://schemas.microsoft.com/office/powerpoint/2010/main" val="48693689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6"/>
        </a:solidFill>
        <a:effectLst/>
      </p:bgPr>
    </p:bg>
    <p:spTree>
      <p:nvGrpSpPr>
        <p:cNvPr id="1" name=""/>
        <p:cNvGrpSpPr/>
        <p:nvPr/>
      </p:nvGrpSpPr>
      <p:grpSpPr>
        <a:xfrm>
          <a:off x="0" y="0"/>
          <a:ext cx="0" cy="0"/>
          <a:chOff x="0" y="0"/>
          <a:chExt cx="0" cy="0"/>
        </a:xfrm>
      </p:grpSpPr>
      <p:sp>
        <p:nvSpPr>
          <p:cNvPr id="15" name="Disclaimer">
            <a:extLst>
              <a:ext uri="{FF2B5EF4-FFF2-40B4-BE49-F238E27FC236}">
                <a16:creationId xmlns:a16="http://schemas.microsoft.com/office/drawing/2014/main" id="{35BDE4BC-905D-4594-8B9D-E48E469F20CB}"/>
              </a:ext>
            </a:extLst>
          </p:cNvPr>
          <p:cNvSpPr>
            <a:spLocks noChangeArrowheads="1"/>
          </p:cNvSpPr>
          <p:nvPr userDrawn="1"/>
        </p:nvSpPr>
        <p:spPr bwMode="auto">
          <a:xfrm>
            <a:off x="511175" y="5876926"/>
            <a:ext cx="11168063" cy="625475"/>
          </a:xfrm>
          <a:prstGeom prst="rect">
            <a:avLst/>
          </a:prstGeom>
          <a:noFill/>
          <a:ln w="9525">
            <a:noFill/>
            <a:miter lim="800000"/>
            <a:headEnd/>
            <a:tailEnd/>
          </a:ln>
          <a:effectLst/>
        </p:spPr>
        <p:txBody>
          <a:bodyPr lIns="0" tIns="0" rIns="0" bIns="0" anchor="b" anchorCtr="0"/>
          <a:lstStyle/>
          <a:p>
            <a:pPr marL="0" marR="0">
              <a:lnSpc>
                <a:spcPct val="110000"/>
              </a:lnSpc>
              <a:spcBef>
                <a:spcPts val="0"/>
              </a:spcBef>
              <a:spcAft>
                <a:spcPts val="0"/>
              </a:spcAft>
            </a:pPr>
            <a:r>
              <a:rPr lang="en-GB" sz="700">
                <a:solidFill>
                  <a:srgbClr val="CAD1D3"/>
                </a:solidFill>
                <a:effectLst/>
                <a:latin typeface="Barlow Condensed" panose="00000506000000000000" pitchFamily="2" charset="0"/>
                <a:ea typeface="Calibre" panose="020B0503030202060203" pitchFamily="34" charset="0"/>
                <a:cs typeface="Times New Roman" panose="02020603050405020304" pitchFamily="18" charset="0"/>
              </a:rPr>
              <a:t>CBRE ©</a:t>
            </a:r>
            <a:fld id="{B449CECA-AF92-4976-B3F7-656D7178F75D}" type="datetimeyyyy">
              <a:rPr lang="en-GB" sz="700" smtClean="0">
                <a:solidFill>
                  <a:srgbClr val="CAD1D3"/>
                </a:solidFill>
                <a:effectLst/>
                <a:latin typeface="Barlow Condensed" panose="00000506000000000000" pitchFamily="2" charset="0"/>
                <a:ea typeface="Calibre" panose="020B0503030202060203" pitchFamily="34" charset="0"/>
                <a:cs typeface="Times New Roman" panose="02020603050405020304" pitchFamily="18" charset="0"/>
              </a:rPr>
              <a:pPr marL="0" marR="0">
                <a:lnSpc>
                  <a:spcPct val="110000"/>
                </a:lnSpc>
                <a:spcBef>
                  <a:spcPts val="0"/>
                </a:spcBef>
                <a:spcAft>
                  <a:spcPts val="0"/>
                </a:spcAft>
              </a:pPr>
              <a:t>2026</a:t>
            </a:fld>
            <a:r>
              <a:rPr lang="en-GB" sz="700">
                <a:solidFill>
                  <a:srgbClr val="CAD1D3"/>
                </a:solidFill>
                <a:effectLst/>
                <a:latin typeface="Barlow Condensed" panose="00000506000000000000" pitchFamily="2" charset="0"/>
                <a:ea typeface="Calibre" panose="020B0503030202060203" pitchFamily="34" charset="0"/>
                <a:cs typeface="Times New Roman" panose="02020603050405020304" pitchFamily="18" charset="0"/>
              </a:rPr>
              <a:t> All Rights Reserved. All information included in this proposal pertaining to CBRE—including but not limited to its operations, employees, technology and clients—are proprietary and confidential, and are supplied with the understanding that they will be held in confidence and not disclosed to third parties without the prior written consent of CBRE. This letter/proposal is intended solely as a preliminary expression of general intentions and is to be used for discussion purposes only. The parties intend that neither shall have any contractual obligations to the other with respect to the matters referred herein unless and until a definitive agreement has been fully executed and delivered by the parties. The parties agree that this letter/proposal is not intended to create any agreement or obligation by either party to negotiate a definitive lease/purchase and sale agreement and imposes no duty whatsoever on either party to continue negotiations, including without limitation any obligation to negotiate in good faith or in any way other than at arm’s length. Prior to delivery of a definitive executed agreement, and without any liability to the other party, either party may (1) propose different terms from those summarized herein, (2) enter into negotiations with other parties and/or (3) unilaterally terminate all negotiations with the other party hereto. CBRE and the CBRE logo are service marks of CBRE, Inc. All other marks displayed on this document are the property of their respective owners, and the use of such logos does not imply any affiliation with or endorsement of CBRE.</a:t>
            </a:r>
            <a:endParaRPr lang="en-GB" sz="700" dirty="0">
              <a:solidFill>
                <a:srgbClr val="CAD1D3"/>
              </a:solidFill>
              <a:effectLst/>
              <a:latin typeface="Barlow Condensed" panose="00000506000000000000" pitchFamily="2" charset="0"/>
              <a:ea typeface="Calibre" panose="020B0503030202060203" pitchFamily="34" charset="0"/>
              <a:cs typeface="Times New Roman" panose="02020603050405020304" pitchFamily="18" charset="0"/>
            </a:endParaRPr>
          </a:p>
        </p:txBody>
      </p:sp>
      <p:sp>
        <p:nvSpPr>
          <p:cNvPr id="40" name="Mailing Placeholder 1">
            <a:extLst>
              <a:ext uri="{FF2B5EF4-FFF2-40B4-BE49-F238E27FC236}">
                <a16:creationId xmlns:a16="http://schemas.microsoft.com/office/drawing/2014/main" id="{EBB0830B-2703-4CC7-A57D-9B4164702B5F}"/>
              </a:ext>
            </a:extLst>
          </p:cNvPr>
          <p:cNvSpPr>
            <a:spLocks noGrp="1"/>
          </p:cNvSpPr>
          <p:nvPr>
            <p:ph sz="quarter" idx="62" hasCustomPrompt="1"/>
          </p:nvPr>
        </p:nvSpPr>
        <p:spPr>
          <a:xfrm>
            <a:off x="508635" y="4993180"/>
            <a:ext cx="11168063" cy="258271"/>
          </a:xfrm>
        </p:spPr>
        <p:txBody>
          <a:bodyPr rIns="0" anchor="b" anchorCtr="0"/>
          <a:lstStyle>
            <a:lvl1pPr>
              <a:spcBef>
                <a:spcPts val="0"/>
              </a:spcBef>
              <a:spcAft>
                <a:spcPts val="900"/>
              </a:spcAft>
              <a:defRPr sz="950">
                <a:solidFill>
                  <a:schemeClr val="bg1"/>
                </a:solidFill>
                <a:latin typeface="+mn-lt"/>
              </a:defRPr>
            </a:lvl1pPr>
            <a:lvl2pPr>
              <a:spcBef>
                <a:spcPts val="100"/>
              </a:spcBef>
              <a:spcAft>
                <a:spcPts val="100"/>
              </a:spcAft>
              <a:defRPr sz="120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Mailing address</a:t>
            </a:r>
            <a:endParaRPr lang="en-GB" dirty="0"/>
          </a:p>
        </p:txBody>
      </p:sp>
      <p:sp>
        <p:nvSpPr>
          <p:cNvPr id="39" name="Contact Placeholder 6">
            <a:extLst>
              <a:ext uri="{FF2B5EF4-FFF2-40B4-BE49-F238E27FC236}">
                <a16:creationId xmlns:a16="http://schemas.microsoft.com/office/drawing/2014/main" id="{C040B7CF-3C08-46AD-95B1-D6C60D63B7FA}"/>
              </a:ext>
            </a:extLst>
          </p:cNvPr>
          <p:cNvSpPr>
            <a:spLocks noGrp="1"/>
          </p:cNvSpPr>
          <p:nvPr>
            <p:ph sz="quarter" idx="61" hasCustomPrompt="1"/>
          </p:nvPr>
        </p:nvSpPr>
        <p:spPr>
          <a:xfrm>
            <a:off x="10098343" y="3478214"/>
            <a:ext cx="1682496"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95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First Last</a:t>
            </a:r>
          </a:p>
          <a:p>
            <a:pPr lvl="1"/>
            <a:r>
              <a:rPr lang="en-GB"/>
              <a:t>Title &amp; Contact</a:t>
            </a:r>
            <a:endParaRPr lang="en-GB" dirty="0"/>
          </a:p>
        </p:txBody>
      </p:sp>
      <p:sp>
        <p:nvSpPr>
          <p:cNvPr id="38" name="Contact Placeholder 5">
            <a:extLst>
              <a:ext uri="{FF2B5EF4-FFF2-40B4-BE49-F238E27FC236}">
                <a16:creationId xmlns:a16="http://schemas.microsoft.com/office/drawing/2014/main" id="{A3545314-5741-4456-8F62-05AB8BF1AF5E}"/>
              </a:ext>
            </a:extLst>
          </p:cNvPr>
          <p:cNvSpPr>
            <a:spLocks noGrp="1"/>
          </p:cNvSpPr>
          <p:nvPr>
            <p:ph sz="quarter" idx="60" hasCustomPrompt="1"/>
          </p:nvPr>
        </p:nvSpPr>
        <p:spPr>
          <a:xfrm>
            <a:off x="8180401" y="3478214"/>
            <a:ext cx="1682496"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100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First Last</a:t>
            </a:r>
          </a:p>
          <a:p>
            <a:pPr lvl="1"/>
            <a:r>
              <a:rPr lang="en-GB"/>
              <a:t>Title &amp; Contact</a:t>
            </a:r>
            <a:endParaRPr lang="en-GB" dirty="0"/>
          </a:p>
        </p:txBody>
      </p:sp>
      <p:sp>
        <p:nvSpPr>
          <p:cNvPr id="37" name="Contact Placeholder 4">
            <a:extLst>
              <a:ext uri="{FF2B5EF4-FFF2-40B4-BE49-F238E27FC236}">
                <a16:creationId xmlns:a16="http://schemas.microsoft.com/office/drawing/2014/main" id="{F55C5D1C-8953-4158-8D8E-9845958DB239}"/>
              </a:ext>
            </a:extLst>
          </p:cNvPr>
          <p:cNvSpPr>
            <a:spLocks noGrp="1"/>
          </p:cNvSpPr>
          <p:nvPr>
            <p:ph sz="quarter" idx="59" hasCustomPrompt="1"/>
          </p:nvPr>
        </p:nvSpPr>
        <p:spPr>
          <a:xfrm>
            <a:off x="6262460" y="3478214"/>
            <a:ext cx="1682496"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95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First Last</a:t>
            </a:r>
          </a:p>
          <a:p>
            <a:pPr lvl="1"/>
            <a:r>
              <a:rPr lang="en-GB"/>
              <a:t>Title &amp; Contact</a:t>
            </a:r>
            <a:endParaRPr lang="en-GB" dirty="0"/>
          </a:p>
        </p:txBody>
      </p:sp>
      <p:sp>
        <p:nvSpPr>
          <p:cNvPr id="36" name="Contact Placeholder 3">
            <a:extLst>
              <a:ext uri="{FF2B5EF4-FFF2-40B4-BE49-F238E27FC236}">
                <a16:creationId xmlns:a16="http://schemas.microsoft.com/office/drawing/2014/main" id="{DF6CDF24-5470-4D40-9D03-854502243CFF}"/>
              </a:ext>
            </a:extLst>
          </p:cNvPr>
          <p:cNvSpPr>
            <a:spLocks noGrp="1"/>
          </p:cNvSpPr>
          <p:nvPr>
            <p:ph sz="quarter" idx="58" hasCustomPrompt="1"/>
          </p:nvPr>
        </p:nvSpPr>
        <p:spPr>
          <a:xfrm>
            <a:off x="4344519" y="3478214"/>
            <a:ext cx="1682496"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95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First Last</a:t>
            </a:r>
          </a:p>
          <a:p>
            <a:pPr lvl="1"/>
            <a:r>
              <a:rPr lang="en-GB"/>
              <a:t>Title &amp; Contact</a:t>
            </a:r>
            <a:endParaRPr lang="en-GB" dirty="0"/>
          </a:p>
        </p:txBody>
      </p:sp>
      <p:sp>
        <p:nvSpPr>
          <p:cNvPr id="35" name="Contact Placeholder 2">
            <a:extLst>
              <a:ext uri="{FF2B5EF4-FFF2-40B4-BE49-F238E27FC236}">
                <a16:creationId xmlns:a16="http://schemas.microsoft.com/office/drawing/2014/main" id="{8E33D06A-D9FE-4408-8330-495873669A61}"/>
              </a:ext>
            </a:extLst>
          </p:cNvPr>
          <p:cNvSpPr>
            <a:spLocks noGrp="1"/>
          </p:cNvSpPr>
          <p:nvPr>
            <p:ph sz="quarter" idx="57" hasCustomPrompt="1"/>
          </p:nvPr>
        </p:nvSpPr>
        <p:spPr>
          <a:xfrm>
            <a:off x="2426577" y="3478214"/>
            <a:ext cx="1682496"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95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First Last</a:t>
            </a:r>
          </a:p>
          <a:p>
            <a:pPr lvl="1"/>
            <a:r>
              <a:rPr lang="en-GB"/>
              <a:t>Title &amp; Contact</a:t>
            </a:r>
            <a:endParaRPr lang="en-GB" dirty="0"/>
          </a:p>
        </p:txBody>
      </p:sp>
      <p:sp>
        <p:nvSpPr>
          <p:cNvPr id="25" name="Contact Placeholder 1">
            <a:extLst>
              <a:ext uri="{FF2B5EF4-FFF2-40B4-BE49-F238E27FC236}">
                <a16:creationId xmlns:a16="http://schemas.microsoft.com/office/drawing/2014/main" id="{0C191A23-4DE5-4405-99C3-7A699AFE2FD7}"/>
              </a:ext>
            </a:extLst>
          </p:cNvPr>
          <p:cNvSpPr>
            <a:spLocks noGrp="1"/>
          </p:cNvSpPr>
          <p:nvPr>
            <p:ph sz="quarter" idx="56" hasCustomPrompt="1"/>
          </p:nvPr>
        </p:nvSpPr>
        <p:spPr>
          <a:xfrm>
            <a:off x="508636" y="3478214"/>
            <a:ext cx="1682496" cy="1249362"/>
          </a:xfrm>
        </p:spPr>
        <p:txBody>
          <a:bodyPr rIns="0"/>
          <a:lstStyle>
            <a:lvl1pPr>
              <a:spcBef>
                <a:spcPts val="0"/>
              </a:spcBef>
              <a:spcAft>
                <a:spcPts val="900"/>
              </a:spcAft>
              <a:defRPr sz="1200">
                <a:solidFill>
                  <a:schemeClr val="bg1"/>
                </a:solidFill>
                <a:latin typeface="Calibre Semibold" panose="020B0703030202060203" pitchFamily="34" charset="0"/>
              </a:defRPr>
            </a:lvl1pPr>
            <a:lvl2pPr>
              <a:spcBef>
                <a:spcPts val="100"/>
              </a:spcBef>
              <a:spcAft>
                <a:spcPts val="100"/>
              </a:spcAft>
              <a:defRPr sz="950">
                <a:solidFill>
                  <a:schemeClr val="accent3"/>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First Last</a:t>
            </a:r>
          </a:p>
          <a:p>
            <a:pPr lvl="1"/>
            <a:r>
              <a:rPr lang="en-GB"/>
              <a:t>Title &amp; Contact</a:t>
            </a:r>
            <a:endParaRPr lang="en-GB" dirty="0"/>
          </a:p>
        </p:txBody>
      </p:sp>
      <p:sp>
        <p:nvSpPr>
          <p:cNvPr id="4" name="More Info Placeholder 1">
            <a:extLst>
              <a:ext uri="{FF2B5EF4-FFF2-40B4-BE49-F238E27FC236}">
                <a16:creationId xmlns:a16="http://schemas.microsoft.com/office/drawing/2014/main" id="{02978904-B33F-43DF-8F15-F6EA1B3578E0}"/>
              </a:ext>
            </a:extLst>
          </p:cNvPr>
          <p:cNvSpPr>
            <a:spLocks noGrp="1"/>
          </p:cNvSpPr>
          <p:nvPr>
            <p:ph type="body" sz="quarter" idx="63" hasCustomPrompt="1"/>
          </p:nvPr>
        </p:nvSpPr>
        <p:spPr>
          <a:xfrm>
            <a:off x="508001" y="2852738"/>
            <a:ext cx="3486151" cy="525462"/>
          </a:xfrm>
        </p:spPr>
        <p:txBody>
          <a:bodyPr rIns="0" anchor="b" anchorCtr="0"/>
          <a:lstStyle>
            <a:lvl1pPr>
              <a:defRPr sz="1000" cap="all" baseline="0">
                <a:solidFill>
                  <a:schemeClr val="bg1"/>
                </a:solidFill>
                <a:latin typeface="Calibri" panose="020F0502020204030204" pitchFamily="34" charset="0"/>
                <a:cs typeface="Calibri" panose="020F0502020204030204" pitchFamily="34" charset="0"/>
              </a:defRPr>
            </a:lvl1pPr>
          </a:lstStyle>
          <a:p>
            <a:pPr lvl="0"/>
            <a:r>
              <a:rPr lang="en-GB"/>
              <a:t>For more information</a:t>
            </a:r>
            <a:endParaRPr lang="en-GB" dirty="0"/>
          </a:p>
        </p:txBody>
      </p:sp>
      <p:sp>
        <p:nvSpPr>
          <p:cNvPr id="17" name="Multiple languages">
            <a:extLst>
              <a:ext uri="{FF2B5EF4-FFF2-40B4-BE49-F238E27FC236}">
                <a16:creationId xmlns:a16="http://schemas.microsoft.com/office/drawing/2014/main" id="{3B14E26C-344D-4D3B-8358-8B98BB4E3322}"/>
              </a:ext>
            </a:extLst>
          </p:cNvPr>
          <p:cNvSpPr txBox="1">
            <a:spLocks/>
          </p:cNvSpPr>
          <p:nvPr userDrawn="1"/>
        </p:nvSpPr>
        <p:spPr>
          <a:xfrm>
            <a:off x="407035" y="1269323"/>
            <a:ext cx="11373804" cy="523875"/>
          </a:xfrm>
          <a:prstGeom prst="rect">
            <a:avLst/>
          </a:prstGeom>
          <a:noFill/>
          <a:ln w="9525" algn="ctr">
            <a:noFill/>
            <a:miter lim="800000"/>
            <a:headEnd/>
            <a:tailEnd/>
          </a:ln>
        </p:spPr>
        <p:txBody>
          <a:bodyPr vert="horz" wrap="square" lIns="0" tIns="0" rIns="0" bIns="0" numCol="1" anchor="t" anchorCtr="0" compatLnSpc="1">
            <a:prstTxWarp prst="textNoShape">
              <a:avLst/>
            </a:prstTxWarp>
            <a:noAutofit/>
          </a:bodyPr>
          <a:lstStyle>
            <a:lvl1pPr algn="l" defTabSz="914400" rtl="0" eaLnBrk="1" latinLnBrk="0" hangingPunct="1">
              <a:spcBef>
                <a:spcPct val="0"/>
              </a:spcBef>
              <a:buNone/>
              <a:defRPr kumimoji="0" lang="en-US" sz="2600" b="0" i="0" u="none" strike="noStrike" kern="0" cap="none" spc="0" normalizeH="0" baseline="0" noProof="0" dirty="0">
                <a:ln>
                  <a:noFill/>
                </a:ln>
                <a:solidFill>
                  <a:srgbClr val="006A4D"/>
                </a:solidFill>
                <a:effectLst/>
                <a:uLnTx/>
                <a:uFillTx/>
                <a:latin typeface="+mj-lt"/>
                <a:ea typeface="+mj-ea"/>
                <a:cs typeface="+mj-cs"/>
              </a:defRPr>
            </a:lvl1pPr>
          </a:lstStyle>
          <a:p>
            <a:pPr marL="0" marR="0" lvl="0" indent="0" algn="l" defTabSz="914620" rtl="0" eaLnBrk="1" fontAlgn="auto" latinLnBrk="0" hangingPunct="1">
              <a:lnSpc>
                <a:spcPct val="250000"/>
              </a:lnSpc>
              <a:spcBef>
                <a:spcPts val="0"/>
              </a:spcBef>
              <a:spcAft>
                <a:spcPts val="0"/>
              </a:spcAft>
              <a:buClrTx/>
              <a:buSzTx/>
              <a:buFontTx/>
              <a:buNone/>
              <a:tabLst/>
              <a:defRPr/>
            </a:pPr>
            <a:r>
              <a:rPr kumimoji="0" lang="en-GB" sz="1400" b="0" i="0" u="none" strike="noStrike" kern="1200" cap="none" spc="0" normalizeH="0" baseline="0" noProof="0">
                <a:ln>
                  <a:noFill/>
                </a:ln>
                <a:solidFill>
                  <a:srgbClr val="CAD1D3"/>
                </a:solidFill>
                <a:effectLst/>
                <a:uLnTx/>
                <a:uFillTx/>
                <a:latin typeface="Calibre"/>
                <a:ea typeface="+mn-ea"/>
                <a:cs typeface="+mn-cs"/>
              </a:rPr>
              <a:t>Gracias   ধন্যবাদ   </a:t>
            </a:r>
            <a:r>
              <a:rPr kumimoji="0" lang="en-GB" altLang="ja-JP" sz="1400" b="0" i="0" u="none" strike="noStrike" kern="1200" cap="none" spc="0" normalizeH="0" baseline="0" noProof="0">
                <a:ln>
                  <a:noFill/>
                </a:ln>
                <a:solidFill>
                  <a:srgbClr val="CAD1D3"/>
                </a:solidFill>
                <a:effectLst/>
                <a:uLnTx/>
                <a:uFillTx/>
                <a:latin typeface="Calibre"/>
                <a:ea typeface="+mn-ea"/>
                <a:cs typeface="+mn-cs"/>
              </a:rPr>
              <a:t>Salamat </a:t>
            </a:r>
            <a:r>
              <a:rPr kumimoji="0" lang="en-GB" sz="1400" b="0" i="0" u="none" strike="noStrike" kern="1200" cap="none" spc="0" normalizeH="0" baseline="0" noProof="0">
                <a:ln>
                  <a:noFill/>
                </a:ln>
                <a:solidFill>
                  <a:srgbClr val="CAD1D3"/>
                </a:solidFill>
                <a:effectLst/>
                <a:uLnTx/>
                <a:uFillTx/>
                <a:latin typeface="Calibre"/>
                <a:ea typeface="+mn-ea"/>
                <a:cs typeface="+mn-cs"/>
              </a:rPr>
              <a:t>  धन्यवाद   </a:t>
            </a:r>
            <a:r>
              <a:rPr kumimoji="0" lang="en-GB" altLang="ja-JP" sz="1400" b="0" i="0" u="none" strike="noStrike" kern="1200" cap="none" spc="0" normalizeH="0" baseline="0" noProof="0">
                <a:ln>
                  <a:noFill/>
                </a:ln>
                <a:solidFill>
                  <a:srgbClr val="CAD1D3"/>
                </a:solidFill>
                <a:effectLst/>
                <a:uLnTx/>
                <a:uFillTx/>
                <a:latin typeface="Calibre"/>
                <a:ea typeface="+mn-ea"/>
                <a:cs typeface="+mn-cs"/>
              </a:rPr>
              <a:t>Obrigado</a:t>
            </a:r>
            <a:r>
              <a:rPr kumimoji="0" lang="en-GB" sz="1400" b="0" i="0" u="none" strike="noStrike" kern="1200" cap="none" spc="0" normalizeH="0" baseline="0" noProof="0">
                <a:ln>
                  <a:noFill/>
                </a:ln>
                <a:solidFill>
                  <a:srgbClr val="CAD1D3"/>
                </a:solidFill>
                <a:effectLst/>
                <a:uLnTx/>
                <a:uFillTx/>
                <a:latin typeface="Calibre"/>
                <a:ea typeface="+mn-ea"/>
                <a:cs typeface="+mn-cs"/>
              </a:rPr>
              <a:t>   </a:t>
            </a:r>
            <a:r>
              <a:rPr kumimoji="0" lang="ja-JP" altLang="en-GB" sz="1400" b="0" i="0" u="none" strike="noStrike" kern="1200" cap="none" spc="0" normalizeH="0" baseline="0" noProof="0">
                <a:ln>
                  <a:noFill/>
                </a:ln>
                <a:solidFill>
                  <a:srgbClr val="CAD1D3"/>
                </a:solidFill>
                <a:effectLst/>
                <a:uLnTx/>
                <a:uFillTx/>
                <a:latin typeface="Calibre"/>
                <a:ea typeface="+mn-ea"/>
                <a:cs typeface="+mn-cs"/>
              </a:rPr>
              <a:t>謝謝</a:t>
            </a:r>
            <a:r>
              <a:rPr kumimoji="0" lang="en-GB" sz="1400" b="0" i="0" u="none" strike="noStrike" kern="1200" cap="none" spc="0" normalizeH="0" baseline="0" noProof="0">
                <a:ln>
                  <a:noFill/>
                </a:ln>
                <a:solidFill>
                  <a:srgbClr val="CAD1D3"/>
                </a:solidFill>
                <a:effectLst/>
                <a:uLnTx/>
                <a:uFillTx/>
                <a:latin typeface="Calibre"/>
                <a:ea typeface="+mn-ea"/>
                <a:cs typeface="+mn-cs"/>
              </a:rPr>
              <a:t>   </a:t>
            </a:r>
            <a:r>
              <a:rPr kumimoji="0" lang="en-GB" altLang="ja-JP" sz="1400" b="0" i="0" u="none" strike="noStrike" kern="1200" cap="none" spc="0" normalizeH="0" baseline="0" noProof="0">
                <a:ln>
                  <a:noFill/>
                </a:ln>
                <a:solidFill>
                  <a:srgbClr val="CAD1D3"/>
                </a:solidFill>
                <a:effectLst/>
                <a:uLnTx/>
                <a:uFillTx/>
                <a:latin typeface="Calibre"/>
                <a:ea typeface="+mn-ea"/>
                <a:cs typeface="+mn-cs"/>
              </a:rPr>
              <a:t>Спасибо </a:t>
            </a:r>
            <a:r>
              <a:rPr kumimoji="0" lang="en-GB" sz="1400" b="0" i="0" u="none" strike="noStrike" kern="1200" cap="none" spc="0" normalizeH="0" baseline="0" noProof="0">
                <a:ln>
                  <a:noFill/>
                </a:ln>
                <a:solidFill>
                  <a:srgbClr val="CAD1D3"/>
                </a:solidFill>
                <a:effectLst/>
                <a:uLnTx/>
                <a:uFillTx/>
                <a:latin typeface="Calibre"/>
                <a:ea typeface="+mn-ea"/>
                <a:cs typeface="+mn-cs"/>
              </a:rPr>
              <a:t>  </a:t>
            </a:r>
            <a:br>
              <a:rPr kumimoji="0" lang="en-GB" sz="1400" b="0" i="0" u="none" strike="noStrike" kern="1200" cap="none" spc="0" normalizeH="0" baseline="0" noProof="0">
                <a:ln>
                  <a:noFill/>
                </a:ln>
                <a:solidFill>
                  <a:srgbClr val="CAD1D3"/>
                </a:solidFill>
                <a:effectLst/>
                <a:uLnTx/>
                <a:uFillTx/>
                <a:latin typeface="Calibre"/>
                <a:ea typeface="+mn-ea"/>
                <a:cs typeface="+mn-cs"/>
              </a:rPr>
            </a:br>
            <a:r>
              <a:rPr kumimoji="0" lang="ko-KR" altLang="en-GB" sz="1050" b="1" i="0" u="none" strike="noStrike" kern="1200" cap="none" spc="0" normalizeH="0" baseline="0" noProof="0">
                <a:ln>
                  <a:noFill/>
                </a:ln>
                <a:solidFill>
                  <a:srgbClr val="CAD1D3"/>
                </a:solidFill>
                <a:effectLst/>
                <a:uLnTx/>
                <a:uFillTx/>
                <a:latin typeface="Calibre"/>
                <a:ea typeface="+mn-ea"/>
                <a:cs typeface="+mn-cs"/>
              </a:rPr>
              <a:t>감사합니다</a:t>
            </a:r>
            <a:r>
              <a:rPr kumimoji="0" lang="en-GB" sz="1050" b="0" i="0" u="none" strike="noStrike" kern="1200" cap="none" spc="0" normalizeH="0" baseline="0" noProof="0">
                <a:ln>
                  <a:noFill/>
                </a:ln>
                <a:solidFill>
                  <a:srgbClr val="CAD1D3"/>
                </a:solidFill>
                <a:effectLst/>
                <a:uLnTx/>
                <a:uFillTx/>
                <a:latin typeface="Calibre"/>
                <a:ea typeface="+mn-ea"/>
                <a:cs typeface="+mn-cs"/>
              </a:rPr>
              <a:t>   </a:t>
            </a:r>
            <a:r>
              <a:rPr kumimoji="0" lang="en-GB" sz="1400" b="0" i="0" u="none" strike="noStrike" kern="1200" cap="none" spc="0" normalizeH="0" baseline="0" noProof="0">
                <a:ln>
                  <a:noFill/>
                </a:ln>
                <a:solidFill>
                  <a:srgbClr val="CAD1D3"/>
                </a:solidFill>
                <a:effectLst/>
                <a:uLnTx/>
                <a:uFillTx/>
                <a:latin typeface="Calibre"/>
                <a:ea typeface="+mn-ea"/>
                <a:cs typeface="+mn-cs"/>
              </a:rPr>
              <a:t>Merci</a:t>
            </a:r>
            <a:r>
              <a:rPr kumimoji="0" lang="en-GB" sz="1400" b="0" i="0" u="none" strike="noStrike" kern="1200" cap="none" spc="0" normalizeH="0" baseline="0" noProof="0">
                <a:ln>
                  <a:noFill/>
                </a:ln>
                <a:solidFill>
                  <a:srgbClr val="CAD1D3"/>
                </a:solidFill>
                <a:effectLst/>
                <a:uLnTx/>
                <a:uFillTx/>
                <a:latin typeface="+mj-lt"/>
                <a:ea typeface="+mn-ea"/>
                <a:cs typeface="+mn-cs"/>
              </a:rPr>
              <a:t>  </a:t>
            </a:r>
            <a:r>
              <a:rPr kumimoji="0" lang="en-GB" sz="1400" b="0" i="0" u="none" strike="noStrike" kern="0" cap="none" spc="0" normalizeH="0" baseline="0" noProof="0">
                <a:ln>
                  <a:noFill/>
                </a:ln>
                <a:solidFill>
                  <a:srgbClr val="CAD1D3"/>
                </a:solidFill>
                <a:effectLst/>
                <a:uLnTx/>
                <a:uFillTx/>
                <a:latin typeface="Calibre"/>
                <a:ea typeface="+mn-ea"/>
                <a:cs typeface="+mn-cs"/>
              </a:rPr>
              <a:t>תודה</a:t>
            </a:r>
            <a:r>
              <a:rPr kumimoji="0" lang="en-GB" sz="300" b="0" i="0" u="none" strike="noStrike" kern="0" cap="none" spc="0" normalizeH="0" baseline="0" noProof="0">
                <a:ln>
                  <a:noFill/>
                </a:ln>
                <a:solidFill>
                  <a:srgbClr val="CAD1D3"/>
                </a:solidFill>
                <a:effectLst/>
                <a:uLnTx/>
                <a:uFillTx/>
                <a:latin typeface="Calibre"/>
                <a:ea typeface="+mn-ea"/>
                <a:cs typeface="+mn-cs"/>
              </a:rPr>
              <a:t>.</a:t>
            </a:r>
            <a:r>
              <a:rPr kumimoji="0" lang="en-GB" sz="1400" b="0" i="0" u="none" strike="noStrike" kern="1200" cap="none" spc="0" normalizeH="0" baseline="0" noProof="0">
                <a:ln>
                  <a:noFill/>
                </a:ln>
                <a:solidFill>
                  <a:srgbClr val="CAD1D3"/>
                </a:solidFill>
                <a:effectLst/>
                <a:uLnTx/>
                <a:uFillTx/>
                <a:latin typeface="Calibre"/>
                <a:ea typeface="+mn-ea"/>
                <a:cs typeface="+mn-cs"/>
              </a:rPr>
              <a:t>شکریہ</a:t>
            </a:r>
            <a:r>
              <a:rPr kumimoji="0" lang="en-GB" sz="1400" b="0" i="0" u="none" strike="noStrike" kern="1200" cap="none" spc="0" normalizeH="0" baseline="0" noProof="0">
                <a:ln>
                  <a:noFill/>
                </a:ln>
                <a:solidFill>
                  <a:srgbClr val="CAD1D3"/>
                </a:solidFill>
                <a:effectLst/>
                <a:uLnTx/>
                <a:uFillTx/>
                <a:latin typeface="+mj-lt"/>
                <a:ea typeface="+mn-ea"/>
                <a:cs typeface="+mn-cs"/>
              </a:rPr>
              <a:t> </a:t>
            </a:r>
            <a:r>
              <a:rPr kumimoji="0" lang="en-GB" sz="1400" b="0" i="0" u="none" strike="noStrike" kern="1200" cap="none" spc="0" normalizeH="0" baseline="0" noProof="0">
                <a:ln>
                  <a:noFill/>
                </a:ln>
                <a:solidFill>
                  <a:srgbClr val="CAD1D3"/>
                </a:solidFill>
                <a:effectLst/>
                <a:uLnTx/>
                <a:uFillTx/>
                <a:latin typeface="+mj-lt"/>
                <a:ea typeface="+mj-ea"/>
                <a:cs typeface="+mj-cs"/>
              </a:rPr>
              <a:t> </a:t>
            </a:r>
            <a:r>
              <a:rPr kumimoji="0" lang="en-GB" sz="1400" b="0" i="0" u="none" strike="noStrike" kern="1200" cap="none" spc="0" normalizeH="0" baseline="0" noProof="0">
                <a:ln>
                  <a:noFill/>
                </a:ln>
                <a:solidFill>
                  <a:srgbClr val="CAD1D3"/>
                </a:solidFill>
                <a:effectLst/>
                <a:uLnTx/>
                <a:uFillTx/>
                <a:latin typeface="Calibre"/>
                <a:ea typeface="+mn-ea"/>
                <a:cs typeface="+mn-cs"/>
              </a:rPr>
              <a:t> </a:t>
            </a:r>
            <a:r>
              <a:rPr kumimoji="0" lang="en-GB" sz="1400" b="0" i="0" u="none" strike="noStrike" kern="1200" cap="none" spc="0" normalizeH="0" baseline="0" noProof="0">
                <a:ln>
                  <a:noFill/>
                </a:ln>
                <a:solidFill>
                  <a:srgbClr val="003F2D"/>
                </a:solidFill>
                <a:effectLst/>
                <a:uLnTx/>
                <a:uFillTx/>
                <a:latin typeface="Calibre"/>
                <a:ea typeface="+mn-ea"/>
                <a:cs typeface="+mn-cs"/>
              </a:rPr>
              <a:t>.</a:t>
            </a:r>
            <a:r>
              <a:rPr kumimoji="0" lang="en-GB" sz="1400" b="0" i="0" u="none" strike="noStrike" kern="1200" cap="none" spc="0" normalizeH="0" baseline="0" noProof="0">
                <a:ln>
                  <a:noFill/>
                </a:ln>
                <a:solidFill>
                  <a:srgbClr val="CAD1D3"/>
                </a:solidFill>
                <a:effectLst/>
                <a:uLnTx/>
                <a:uFillTx/>
                <a:latin typeface="Calibre"/>
                <a:ea typeface="+mn-ea"/>
                <a:cs typeface="+mn-cs"/>
              </a:rPr>
              <a:t>  Danke   </a:t>
            </a:r>
            <a:r>
              <a:rPr kumimoji="0" lang="ja-JP" altLang="en-GB" sz="1050" b="0" i="0" u="none" strike="noStrike" kern="1200" cap="none" spc="-350" normalizeH="0" baseline="0" noProof="0">
                <a:ln>
                  <a:noFill/>
                </a:ln>
                <a:solidFill>
                  <a:srgbClr val="CAD1D3"/>
                </a:solidFill>
                <a:effectLst/>
                <a:uLnTx/>
                <a:uFillTx/>
                <a:latin typeface="Calibre"/>
                <a:ea typeface="+mn-ea"/>
                <a:cs typeface="+mn-cs"/>
              </a:rPr>
              <a:t>ありがとう</a:t>
            </a:r>
            <a:r>
              <a:rPr kumimoji="0" lang="en-GB" sz="1050" b="0" i="0" u="none" strike="noStrike" kern="1200" cap="none" spc="0" normalizeH="0" baseline="0" noProof="0">
                <a:ln>
                  <a:noFill/>
                </a:ln>
                <a:solidFill>
                  <a:srgbClr val="CAD1D3"/>
                </a:solidFill>
                <a:effectLst/>
                <a:uLnTx/>
                <a:uFillTx/>
                <a:latin typeface="Calibre"/>
                <a:ea typeface="+mn-ea"/>
                <a:cs typeface="+mn-cs"/>
              </a:rPr>
              <a:t>   </a:t>
            </a:r>
            <a:r>
              <a:rPr kumimoji="0" lang="en-GB" sz="1400" b="0" i="0" u="none" strike="noStrike" kern="1200" cap="none" spc="0" normalizeH="0" baseline="0" noProof="0">
                <a:ln>
                  <a:noFill/>
                </a:ln>
                <a:solidFill>
                  <a:srgbClr val="CAD1D3"/>
                </a:solidFill>
                <a:effectLst/>
                <a:uLnTx/>
                <a:uFillTx/>
                <a:latin typeface="Calibre"/>
                <a:ea typeface="+mn-ea"/>
                <a:cs typeface="+mn-cs"/>
              </a:rPr>
              <a:t>Terima Kasih  </a:t>
            </a:r>
            <a:r>
              <a:rPr kumimoji="0" lang="en-GB" altLang="ja-JP" sz="1400" b="0" i="0" u="none" strike="noStrike" kern="1200" cap="none" spc="0" normalizeH="0" baseline="0" noProof="0">
                <a:ln>
                  <a:noFill/>
                </a:ln>
                <a:solidFill>
                  <a:srgbClr val="CAD1D3"/>
                </a:solidFill>
                <a:effectLst/>
                <a:uLnTx/>
                <a:uFillTx/>
                <a:latin typeface="Calibre"/>
                <a:ea typeface="+mn-ea"/>
                <a:cs typeface="+mn-cs"/>
              </a:rPr>
              <a:t>شكرا</a:t>
            </a:r>
            <a:endParaRPr kumimoji="0" lang="en-GB" sz="1400" b="0" i="0" u="none" strike="noStrike" kern="1200" cap="none" spc="0" normalizeH="0" baseline="0" noProof="0" dirty="0">
              <a:ln>
                <a:noFill/>
              </a:ln>
              <a:solidFill>
                <a:srgbClr val="CAD1D3"/>
              </a:solidFill>
              <a:effectLst/>
              <a:uLnTx/>
              <a:uFillTx/>
              <a:latin typeface="Calibre"/>
              <a:ea typeface="+mn-ea"/>
              <a:cs typeface="+mn-cs"/>
            </a:endParaRPr>
          </a:p>
        </p:txBody>
      </p:sp>
      <p:sp>
        <p:nvSpPr>
          <p:cNvPr id="18" name="CBRE Vector Logo">
            <a:extLst>
              <a:ext uri="{FF2B5EF4-FFF2-40B4-BE49-F238E27FC236}">
                <a16:creationId xmlns:a16="http://schemas.microsoft.com/office/drawing/2014/main" id="{B91562DA-15ED-47E9-B81C-66B2172E27F7}"/>
              </a:ext>
            </a:extLst>
          </p:cNvPr>
          <p:cNvSpPr>
            <a:spLocks noChangeAspect="1"/>
          </p:cNvSpPr>
          <p:nvPr userDrawn="1"/>
        </p:nvSpPr>
        <p:spPr>
          <a:xfrm>
            <a:off x="10599616" y="580454"/>
            <a:ext cx="1079621" cy="201168"/>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bg1"/>
          </a:solidFill>
          <a:ln w="2617" cap="flat">
            <a:noFill/>
            <a:prstDash val="solid"/>
            <a:miter/>
          </a:ln>
        </p:spPr>
        <p:txBody>
          <a:bodyPr wrap="square" rtlCol="0" anchor="ctr">
            <a:noAutofit/>
          </a:bodyPr>
          <a:lstStyle/>
          <a:p>
            <a:endParaRPr lang="en-GB" sz="1800" dirty="0"/>
          </a:p>
        </p:txBody>
      </p:sp>
      <p:cxnSp>
        <p:nvCxnSpPr>
          <p:cNvPr id="16" name="Line of Sight">
            <a:extLst>
              <a:ext uri="{FF2B5EF4-FFF2-40B4-BE49-F238E27FC236}">
                <a16:creationId xmlns:a16="http://schemas.microsoft.com/office/drawing/2014/main" id="{3636E132-C320-4DF5-857D-8B519E98D202}"/>
              </a:ext>
            </a:extLst>
          </p:cNvPr>
          <p:cNvCxnSpPr>
            <a:cxnSpLocks/>
          </p:cNvCxnSpPr>
          <p:nvPr userDrawn="1"/>
        </p:nvCxnSpPr>
        <p:spPr>
          <a:xfrm>
            <a:off x="5632451" y="681037"/>
            <a:ext cx="4510616"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3" name="LoS Cover">
            <a:extLst>
              <a:ext uri="{FF2B5EF4-FFF2-40B4-BE49-F238E27FC236}">
                <a16:creationId xmlns:a16="http://schemas.microsoft.com/office/drawing/2014/main" id="{9CF8EC85-1633-4BD9-8545-28E2955DF1D4}"/>
              </a:ext>
            </a:extLst>
          </p:cNvPr>
          <p:cNvSpPr/>
          <p:nvPr userDrawn="1"/>
        </p:nvSpPr>
        <p:spPr>
          <a:xfrm>
            <a:off x="0" y="2"/>
            <a:ext cx="5632451" cy="126929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sz="2200" dirty="0">
              <a:solidFill>
                <a:schemeClr val="bg1"/>
              </a:solidFill>
            </a:endParaRPr>
          </a:p>
        </p:txBody>
      </p:sp>
      <p:sp>
        <p:nvSpPr>
          <p:cNvPr id="6" name="Thank you">
            <a:extLst>
              <a:ext uri="{FF2B5EF4-FFF2-40B4-BE49-F238E27FC236}">
                <a16:creationId xmlns:a16="http://schemas.microsoft.com/office/drawing/2014/main" id="{893A021A-717C-4A14-8688-02243BB5161B}"/>
              </a:ext>
            </a:extLst>
          </p:cNvPr>
          <p:cNvSpPr/>
          <p:nvPr userDrawn="1"/>
        </p:nvSpPr>
        <p:spPr>
          <a:xfrm>
            <a:off x="508635" y="62115"/>
            <a:ext cx="2937023" cy="892552"/>
          </a:xfrm>
          <a:prstGeom prst="rect">
            <a:avLst/>
          </a:prstGeom>
        </p:spPr>
        <p:txBody>
          <a:bodyPr wrap="none" lIns="0" tIns="0" rIns="0" bIns="0">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6600" b="0" i="0" u="none" strike="noStrike" kern="0" cap="none" spc="0" normalizeH="0" baseline="0" noProof="0">
                <a:ln>
                  <a:noFill/>
                </a:ln>
                <a:solidFill>
                  <a:srgbClr val="FFFFFF"/>
                </a:solidFill>
                <a:effectLst/>
                <a:uLnTx/>
                <a:uFillTx/>
                <a:latin typeface="Financier Display Medium" panose="02020603070506060203" pitchFamily="18" charset="0"/>
                <a:ea typeface="Arial Unicode MS"/>
                <a:cs typeface="Calibre Semibold" panose="020B0703030202060203" pitchFamily="34" charset="0"/>
              </a:rPr>
              <a:t>Thank you</a:t>
            </a:r>
            <a:endParaRPr kumimoji="0" lang="en-GB" altLang="en-US" sz="700" b="0" i="0" u="none" strike="noStrike" kern="0" cap="none" spc="0" normalizeH="0" baseline="0" noProof="0" dirty="0">
              <a:ln>
                <a:noFill/>
              </a:ln>
              <a:solidFill>
                <a:srgbClr val="435254"/>
              </a:solidFill>
              <a:effectLst/>
              <a:uLnTx/>
              <a:uFillTx/>
              <a:latin typeface="Calibre Light" panose="020B0303030202060203" pitchFamily="34" charset="0"/>
              <a:ea typeface="+mn-ea"/>
              <a:cs typeface="+mn-cs"/>
            </a:endParaRPr>
          </a:p>
        </p:txBody>
      </p:sp>
    </p:spTree>
    <p:extLst>
      <p:ext uri="{BB962C8B-B14F-4D97-AF65-F5344CB8AC3E}">
        <p14:creationId xmlns:p14="http://schemas.microsoft.com/office/powerpoint/2010/main" val="4197446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1250"/>
                                        <p:tgtEl>
                                          <p:spTgt spid="16"/>
                                        </p:tgtEl>
                                        <p:attrNameLst>
                                          <p:attrName>ppt_x</p:attrName>
                                        </p:attrNameLst>
                                      </p:cBhvr>
                                      <p:tavLst>
                                        <p:tav tm="0">
                                          <p:val>
                                            <p:strVal val="#ppt_x-#ppt_w*1.125000"/>
                                          </p:val>
                                        </p:tav>
                                        <p:tav tm="100000">
                                          <p:val>
                                            <p:strVal val="#ppt_x"/>
                                          </p:val>
                                        </p:tav>
                                      </p:tavLst>
                                    </p:anim>
                                    <p:animEffect transition="in" filter="wipe(right)">
                                      <p:cBhvr>
                                        <p:cTn id="8" dur="1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userDrawn="1">
  <p:cSld name="Title slide: Text title">
    <p:bg>
      <p:bgPr>
        <a:solidFill>
          <a:srgbClr val="003F2D"/>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7F2D6A3-4326-ECEE-1960-EB4C60614FC9}"/>
              </a:ext>
            </a:extLst>
          </p:cNvPr>
          <p:cNvSpPr>
            <a:spLocks noGrp="1"/>
          </p:cNvSpPr>
          <p:nvPr>
            <p:ph type="title" hasCustomPrompt="1"/>
          </p:nvPr>
        </p:nvSpPr>
        <p:spPr>
          <a:xfrm>
            <a:off x="1020763" y="973139"/>
            <a:ext cx="9636121" cy="4910136"/>
          </a:xfrm>
        </p:spPr>
        <p:txBody>
          <a:bodyPr anchor="b" anchorCtr="0"/>
          <a:lstStyle>
            <a:lvl1pPr>
              <a:lnSpc>
                <a:spcPct val="75000"/>
              </a:lnSpc>
              <a:defRPr sz="8800">
                <a:solidFill>
                  <a:schemeClr val="tx1"/>
                </a:solidFill>
              </a:defRPr>
            </a:lvl1pPr>
            <a:lvl2pPr>
              <a:lnSpc>
                <a:spcPct val="75000"/>
              </a:lnSpc>
              <a:defRPr sz="8000"/>
            </a:lvl2pPr>
            <a:lvl3pPr>
              <a:lnSpc>
                <a:spcPct val="80000"/>
              </a:lnSpc>
              <a:defRPr sz="7200"/>
            </a:lvl3pPr>
            <a:lvl4pPr>
              <a:lnSpc>
                <a:spcPct val="80000"/>
              </a:lnSpc>
              <a:defRPr sz="6600"/>
            </a:lvl4pPr>
            <a:lvl5pPr>
              <a:lnSpc>
                <a:spcPct val="80000"/>
              </a:lnSpc>
              <a:defRPr sz="5400"/>
            </a:lvl5pPr>
            <a:lvl6pPr>
              <a:lnSpc>
                <a:spcPct val="80000"/>
              </a:lnSpc>
              <a:defRPr sz="4800"/>
            </a:lvl6pPr>
            <a:lvl7pPr>
              <a:lnSpc>
                <a:spcPct val="80000"/>
              </a:lnSpc>
              <a:defRPr sz="4400"/>
            </a:lvl7pPr>
            <a:lvl8pPr>
              <a:lnSpc>
                <a:spcPct val="80000"/>
              </a:lnSpc>
              <a:defRPr sz="4000"/>
            </a:lvl8pPr>
            <a:lvl9pPr>
              <a:lnSpc>
                <a:spcPct val="75000"/>
              </a:lnSpc>
              <a:defRPr sz="11000"/>
            </a:lvl9pPr>
          </a:lstStyle>
          <a:p>
            <a:pPr lvl="0"/>
            <a:r>
              <a:rPr lang="en-GB" dirty="0"/>
              <a:t>Presentation title</a:t>
            </a:r>
          </a:p>
        </p:txBody>
      </p:sp>
      <p:sp>
        <p:nvSpPr>
          <p:cNvPr id="5" name="Subtitle">
            <a:extLst>
              <a:ext uri="{FF2B5EF4-FFF2-40B4-BE49-F238E27FC236}">
                <a16:creationId xmlns:a16="http://schemas.microsoft.com/office/drawing/2014/main" id="{DAE08EB1-54DB-1BAD-2D6C-7FFD0A44D79A}"/>
              </a:ext>
            </a:extLst>
          </p:cNvPr>
          <p:cNvSpPr>
            <a:spLocks noGrp="1"/>
          </p:cNvSpPr>
          <p:nvPr>
            <p:ph type="subTitle" idx="1" hasCustomPrompt="1"/>
          </p:nvPr>
        </p:nvSpPr>
        <p:spPr>
          <a:xfrm>
            <a:off x="1020763" y="5981700"/>
            <a:ext cx="4516438" cy="422275"/>
          </a:xfrm>
        </p:spPr>
        <p:txBody>
          <a:bodyPr anchor="b" anchorCtr="0"/>
          <a:lstStyle>
            <a:lvl1pPr marL="0" indent="0" algn="l">
              <a:lnSpc>
                <a:spcPct val="100000"/>
              </a:lnSpc>
              <a:spcBef>
                <a:spcPts val="0"/>
              </a:spcBef>
              <a:spcAft>
                <a:spcPts val="0"/>
              </a:spcAft>
              <a:buNone/>
              <a:defRPr sz="1600">
                <a:solidFill>
                  <a:schemeClr val="tx1"/>
                </a:solidFill>
                <a:latin typeface="Calibre Semibold" panose="020B0703030202060203" pitchFamily="34" charset="0"/>
              </a:defRPr>
            </a:lvl1pPr>
            <a:lvl2pPr marL="0" indent="0" algn="l">
              <a:lnSpc>
                <a:spcPct val="100000"/>
              </a:lnSpc>
              <a:spcBef>
                <a:spcPts val="0"/>
              </a:spcBef>
              <a:spcAft>
                <a:spcPts val="0"/>
              </a:spcAft>
              <a:buNone/>
              <a:defRPr sz="1600">
                <a:solidFill>
                  <a:schemeClr val="tx1"/>
                </a:solidFill>
                <a:latin typeface="+mn-lt"/>
              </a:defRPr>
            </a:lvl2pPr>
            <a:lvl3pPr marL="0" indent="0" algn="l">
              <a:buNone/>
              <a:defRPr sz="1200">
                <a:solidFill>
                  <a:schemeClr val="tx1"/>
                </a:solidFill>
                <a:latin typeface="+mn-lt"/>
              </a:defRPr>
            </a:lvl3pPr>
            <a:lvl4pPr marL="180000" indent="-180000" algn="l">
              <a:buFont typeface="Calibre" panose="020B0503030202060203" pitchFamily="34" charset="0"/>
              <a:buChar char="–"/>
              <a:defRPr sz="1200">
                <a:solidFill>
                  <a:schemeClr val="tx1"/>
                </a:solidFill>
                <a:latin typeface="+mn-lt"/>
              </a:defRPr>
            </a:lvl4pPr>
            <a:lvl5pPr marL="360000" indent="-180000" algn="l">
              <a:buFont typeface="Arial" panose="020B0604020202020204" pitchFamily="34" charset="0"/>
              <a:buChar char="•"/>
              <a:defRPr sz="1200">
                <a:solidFill>
                  <a:schemeClr val="tx1"/>
                </a:solidFill>
                <a:latin typeface="+mn-lt"/>
              </a:defRPr>
            </a:lvl5pPr>
            <a:lvl6pPr marL="0" indent="0" algn="l">
              <a:buNone/>
              <a:defRPr sz="1200">
                <a:solidFill>
                  <a:schemeClr val="tx1"/>
                </a:solidFill>
                <a:latin typeface="Calibre Semibold" panose="020B0703030202060203" pitchFamily="34" charset="0"/>
              </a:defRPr>
            </a:lvl6pPr>
            <a:lvl7pPr marL="0" indent="0" algn="l">
              <a:buNone/>
              <a:defRPr sz="1050">
                <a:solidFill>
                  <a:schemeClr val="tx1"/>
                </a:solidFill>
                <a:latin typeface="Calibre Semibold" panose="020B0703030202060203" pitchFamily="34" charset="0"/>
              </a:defRPr>
            </a:lvl7pPr>
            <a:lvl8pPr marL="0" indent="0" algn="l">
              <a:buNone/>
              <a:defRPr sz="1050">
                <a:solidFill>
                  <a:schemeClr val="tx1"/>
                </a:solidFill>
                <a:latin typeface="+mn-lt"/>
              </a:defRPr>
            </a:lvl8pPr>
            <a:lvl9pPr marL="180000" indent="-180000" algn="l">
              <a:buFont typeface="Calibre" panose="020B0503030202060203" pitchFamily="34" charset="0"/>
              <a:buChar char="–"/>
              <a:defRPr sz="1050">
                <a:solidFill>
                  <a:schemeClr val="tx1"/>
                </a:solidFill>
                <a:latin typeface="+mn-lt"/>
              </a:defRPr>
            </a:lvl9pPr>
          </a:lstStyle>
          <a:p>
            <a:r>
              <a:rPr lang="en-GB" dirty="0"/>
              <a:t>Presenter Name – Level 1</a:t>
            </a:r>
            <a:br>
              <a:rPr lang="en-GB" dirty="0"/>
            </a:br>
            <a:r>
              <a:rPr lang="en-GB" dirty="0"/>
              <a:t>Use level 2 for additional information</a:t>
            </a:r>
          </a:p>
          <a:p>
            <a:pPr lvl="1"/>
            <a:r>
              <a:rPr lang="en-GB" dirty="0"/>
              <a:t>Additional Information – Level 2</a:t>
            </a:r>
          </a:p>
          <a:p>
            <a:pPr lvl="2"/>
            <a:r>
              <a:rPr lang="en-GB" dirty="0"/>
              <a:t>Body Copy</a:t>
            </a:r>
          </a:p>
          <a:p>
            <a:pPr lvl="3"/>
            <a:r>
              <a:rPr lang="en-GB" dirty="0"/>
              <a:t>Body Bullet</a:t>
            </a:r>
          </a:p>
          <a:p>
            <a:pPr lvl="4"/>
            <a:r>
              <a:rPr lang="en-GB" dirty="0"/>
              <a:t>Body Bullet 2</a:t>
            </a:r>
          </a:p>
          <a:p>
            <a:pPr lvl="5"/>
            <a:r>
              <a:rPr lang="en-GB" dirty="0"/>
              <a:t>Heading 3</a:t>
            </a:r>
          </a:p>
          <a:p>
            <a:pPr lvl="6"/>
            <a:r>
              <a:rPr lang="en-GB" dirty="0"/>
              <a:t>Caption</a:t>
            </a:r>
          </a:p>
          <a:p>
            <a:pPr lvl="7"/>
            <a:r>
              <a:rPr lang="en-GB" dirty="0"/>
              <a:t>Caption copy</a:t>
            </a:r>
          </a:p>
          <a:p>
            <a:pPr lvl="8"/>
            <a:r>
              <a:rPr lang="en-GB" dirty="0"/>
              <a:t>Caption bullet</a:t>
            </a:r>
          </a:p>
        </p:txBody>
      </p:sp>
      <p:sp>
        <p:nvSpPr>
          <p:cNvPr id="3" name="Date Placeholder">
            <a:extLst>
              <a:ext uri="{FF2B5EF4-FFF2-40B4-BE49-F238E27FC236}">
                <a16:creationId xmlns:a16="http://schemas.microsoft.com/office/drawing/2014/main" id="{3717E46F-EF5A-3F36-B2B9-7BB442CA45BB}"/>
              </a:ext>
            </a:extLst>
          </p:cNvPr>
          <p:cNvSpPr>
            <a:spLocks noGrp="1"/>
          </p:cNvSpPr>
          <p:nvPr>
            <p:ph type="body" sz="half" idx="12" hasCustomPrompt="1"/>
          </p:nvPr>
        </p:nvSpPr>
        <p:spPr>
          <a:xfrm>
            <a:off x="1022080" y="431464"/>
            <a:ext cx="2471738" cy="144000"/>
          </a:xfrm>
          <a:prstGeom prst="rect">
            <a:avLst/>
          </a:prstGeom>
        </p:spPr>
        <p:txBody>
          <a:bodyPr lIns="0" tIns="0" rIns="0" bIns="0"/>
          <a:lstStyle>
            <a:lvl1pPr indent="0">
              <a:spcBef>
                <a:spcPts val="0"/>
              </a:spcBef>
              <a:spcAft>
                <a:spcPts val="0"/>
              </a:spcAft>
              <a:defRPr sz="1050" b="1" cap="all" normalizeH="0" baseline="0">
                <a:solidFill>
                  <a:schemeClr val="tx1"/>
                </a:solidFill>
                <a:latin typeface="Space Mono" panose="02000509040000020004" pitchFamily="49" charset="0"/>
              </a:defRPr>
            </a:lvl1pPr>
            <a:lvl2pPr indent="0">
              <a:spcBef>
                <a:spcPts val="0"/>
              </a:spcBef>
              <a:spcAft>
                <a:spcPts val="0"/>
              </a:spcAft>
              <a:defRPr sz="1050" b="1">
                <a:latin typeface="Space Mono" panose="02000509040000020004" pitchFamily="49" charset="0"/>
              </a:defRPr>
            </a:lvl2pPr>
            <a:lvl3pPr indent="0">
              <a:spcBef>
                <a:spcPts val="0"/>
              </a:spcBef>
              <a:spcAft>
                <a:spcPts val="0"/>
              </a:spcAft>
              <a:defRPr sz="1050" b="1">
                <a:latin typeface="Space Mono" panose="02000509040000020004" pitchFamily="49" charset="0"/>
              </a:defRPr>
            </a:lvl3pPr>
            <a:lvl4pPr indent="0">
              <a:spcBef>
                <a:spcPts val="0"/>
              </a:spcBef>
              <a:spcAft>
                <a:spcPts val="0"/>
              </a:spcAft>
              <a:defRPr sz="1050" b="1">
                <a:latin typeface="Space Mono" panose="02000509040000020004" pitchFamily="49" charset="0"/>
              </a:defRPr>
            </a:lvl4pPr>
            <a:lvl5pPr indent="0">
              <a:spcBef>
                <a:spcPts val="0"/>
              </a:spcBef>
              <a:spcAft>
                <a:spcPts val="0"/>
              </a:spcAft>
              <a:defRPr sz="1050" b="1">
                <a:latin typeface="Space Mono" panose="02000509040000020004" pitchFamily="49" charset="0"/>
              </a:defRPr>
            </a:lvl5pPr>
            <a:lvl6pPr indent="0">
              <a:spcBef>
                <a:spcPts val="0"/>
              </a:spcBef>
              <a:spcAft>
                <a:spcPts val="0"/>
              </a:spcAft>
              <a:defRPr sz="1050" b="1">
                <a:latin typeface="Space Mono" panose="02000509040000020004" pitchFamily="49" charset="0"/>
              </a:defRPr>
            </a:lvl6pPr>
            <a:lvl7pPr indent="0">
              <a:spcBef>
                <a:spcPts val="0"/>
              </a:spcBef>
              <a:spcAft>
                <a:spcPts val="0"/>
              </a:spcAft>
              <a:defRPr sz="1050" b="1">
                <a:latin typeface="Space Mono" panose="02000509040000020004" pitchFamily="49" charset="0"/>
              </a:defRPr>
            </a:lvl7pPr>
            <a:lvl8pPr indent="0">
              <a:spcBef>
                <a:spcPts val="0"/>
              </a:spcBef>
              <a:spcAft>
                <a:spcPts val="0"/>
              </a:spcAft>
              <a:defRPr sz="1050" b="1">
                <a:latin typeface="Space Mono" panose="02000509040000020004" pitchFamily="49" charset="0"/>
              </a:defRPr>
            </a:lvl8pPr>
            <a:lvl9pPr indent="0">
              <a:spcBef>
                <a:spcPts val="0"/>
              </a:spcBef>
              <a:spcAft>
                <a:spcPts val="0"/>
              </a:spcAft>
              <a:defRPr sz="1050" b="1">
                <a:latin typeface="Space Mono" panose="02000509040000020004" pitchFamily="49" charset="0"/>
              </a:defRPr>
            </a:lvl9pPr>
          </a:lstStyle>
          <a:p>
            <a:r>
              <a:rPr lang="en-GB" dirty="0"/>
              <a:t>DATE HERE</a:t>
            </a:r>
          </a:p>
        </p:txBody>
      </p:sp>
      <p:sp>
        <p:nvSpPr>
          <p:cNvPr id="2" name="CBRE Vector Logo" descr="CBRE logo">
            <a:extLst>
              <a:ext uri="{FF2B5EF4-FFF2-40B4-BE49-F238E27FC236}">
                <a16:creationId xmlns:a16="http://schemas.microsoft.com/office/drawing/2014/main" id="{872500B6-0911-E216-FACF-F947FFB8EA5E}"/>
              </a:ext>
              <a:ext uri="{C183D7F6-B498-43B3-948B-1728B52AA6E4}">
                <adec:decorative xmlns:adec="http://schemas.microsoft.com/office/drawing/2017/decorative" val="0"/>
              </a:ext>
            </a:extLst>
          </p:cNvPr>
          <p:cNvSpPr>
            <a:spLocks noChangeAspect="1"/>
          </p:cNvSpPr>
          <p:nvPr userDrawn="1"/>
        </p:nvSpPr>
        <p:spPr>
          <a:xfrm>
            <a:off x="10750535"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tx1"/>
          </a:solidFill>
          <a:ln w="2617" cap="flat">
            <a:noFill/>
            <a:prstDash val="solid"/>
            <a:miter/>
          </a:ln>
        </p:spPr>
        <p:txBody>
          <a:bodyPr wrap="square" rtlCol="0" anchor="ctr">
            <a:noAutofit/>
          </a:bodyPr>
          <a:lstStyle/>
          <a:p>
            <a:endParaRPr lang="en-GB" dirty="0">
              <a:solidFill>
                <a:schemeClr val="bg1"/>
              </a:solidFill>
            </a:endParaRPr>
          </a:p>
        </p:txBody>
      </p:sp>
      <p:cxnSp>
        <p:nvCxnSpPr>
          <p:cNvPr id="4" name="LoS - Fixed">
            <a:extLst>
              <a:ext uri="{FF2B5EF4-FFF2-40B4-BE49-F238E27FC236}">
                <a16:creationId xmlns:a16="http://schemas.microsoft.com/office/drawing/2014/main" id="{10B037B5-5AA6-EB1E-20C4-7B03CEEDB144}"/>
              </a:ext>
              <a:ext uri="{C183D7F6-B498-43B3-948B-1728B52AA6E4}">
                <adec:decorative xmlns:adec="http://schemas.microsoft.com/office/drawing/2017/decorative" val="1"/>
              </a:ext>
            </a:extLst>
          </p:cNvPr>
          <p:cNvCxnSpPr>
            <a:cxnSpLocks/>
          </p:cNvCxnSpPr>
          <p:nvPr userDrawn="1"/>
        </p:nvCxnSpPr>
        <p:spPr>
          <a:xfrm>
            <a:off x="538684" y="441325"/>
            <a:ext cx="0" cy="596265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28" name="Title Guidance">
            <a:extLst>
              <a:ext uri="{FF2B5EF4-FFF2-40B4-BE49-F238E27FC236}">
                <a16:creationId xmlns:a16="http://schemas.microsoft.com/office/drawing/2014/main" id="{29EA9FDE-0FF0-BF00-F1F8-B806C4B5F871}"/>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1484313"/>
            <a:ext cx="1960563" cy="1554271"/>
            <a:chOff x="-2322513" y="195104"/>
            <a:chExt cx="1960563" cy="1554271"/>
          </a:xfrm>
        </p:grpSpPr>
        <p:sp>
          <p:nvSpPr>
            <p:cNvPr id="29" name="Guidance">
              <a:extLst>
                <a:ext uri="{FF2B5EF4-FFF2-40B4-BE49-F238E27FC236}">
                  <a16:creationId xmlns:a16="http://schemas.microsoft.com/office/drawing/2014/main" id="{42324625-5BB2-70E7-5C10-64BF972DAF96}"/>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1308050"/>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The Title of the presentation should be large and impactful. Nine pre-formatted styles are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keyboard shortcuts to Increase/Decrease List Levels to move through the nine available styles.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‘ALT+SHIFT+RIGHT ARROW’ to next level</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‘ALT+SHIFT+LEFT ARROW’ to previous level</a:t>
              </a:r>
            </a:p>
          </p:txBody>
        </p:sp>
        <p:sp>
          <p:nvSpPr>
            <p:cNvPr id="30" name="Guidance">
              <a:extLst>
                <a:ext uri="{FF2B5EF4-FFF2-40B4-BE49-F238E27FC236}">
                  <a16:creationId xmlns:a16="http://schemas.microsoft.com/office/drawing/2014/main" id="{9CAF4DE8-481F-35EF-B3AB-9CA04DABEE8E}"/>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Title text</a:t>
              </a:r>
            </a:p>
          </p:txBody>
        </p:sp>
      </p:grpSp>
      <p:grpSp>
        <p:nvGrpSpPr>
          <p:cNvPr id="23" name="Date Guidance">
            <a:extLst>
              <a:ext uri="{FF2B5EF4-FFF2-40B4-BE49-F238E27FC236}">
                <a16:creationId xmlns:a16="http://schemas.microsoft.com/office/drawing/2014/main" id="{EBAA4CBE-2B9E-61E6-3845-1522901821A2}"/>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42366"/>
            <a:ext cx="1960563" cy="784830"/>
            <a:chOff x="-2322513" y="195104"/>
            <a:chExt cx="1960563" cy="784830"/>
          </a:xfrm>
        </p:grpSpPr>
        <p:sp>
          <p:nvSpPr>
            <p:cNvPr id="24" name="Guidance">
              <a:extLst>
                <a:ext uri="{FF2B5EF4-FFF2-40B4-BE49-F238E27FC236}">
                  <a16:creationId xmlns:a16="http://schemas.microsoft.com/office/drawing/2014/main" id="{E7429756-C247-FC3D-5D6A-1D8234B3053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538609"/>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set the Date, Select Insert &gt; Header &amp; Footer. Enter the date in the Fixed field.</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Select ‘Apply to All’</a:t>
              </a:r>
            </a:p>
          </p:txBody>
        </p:sp>
        <p:sp>
          <p:nvSpPr>
            <p:cNvPr id="27" name="Guidance">
              <a:extLst>
                <a:ext uri="{FF2B5EF4-FFF2-40B4-BE49-F238E27FC236}">
                  <a16:creationId xmlns:a16="http://schemas.microsoft.com/office/drawing/2014/main" id="{16416C82-A1C9-8A44-EA86-173B702D5DEB}"/>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Setting the Date</a:t>
              </a:r>
              <a:endParaRPr kumimoji="0" lang="en-GB" sz="800" b="0" i="0" u="none" strike="noStrike" kern="1200" cap="none" spc="0" normalizeH="0" baseline="0" noProof="0" dirty="0">
                <a:ln>
                  <a:noFill/>
                </a:ln>
                <a:solidFill>
                  <a:srgbClr val="FFFFFF"/>
                </a:solidFill>
                <a:effectLst/>
                <a:uLnTx/>
                <a:uFillTx/>
              </a:endParaRPr>
            </a:p>
          </p:txBody>
        </p:sp>
      </p:grpSp>
    </p:spTree>
    <p:extLst>
      <p:ext uri="{BB962C8B-B14F-4D97-AF65-F5344CB8AC3E}">
        <p14:creationId xmlns:p14="http://schemas.microsoft.com/office/powerpoint/2010/main" val="2823521220"/>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userDrawn="1">
  <p:cSld name="Title slide: Title + image 02">
    <p:bg>
      <p:bgPr>
        <a:solidFill>
          <a:srgbClr val="003F2D"/>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7F2D6A3-4326-ECEE-1960-EB4C60614FC9}"/>
              </a:ext>
            </a:extLst>
          </p:cNvPr>
          <p:cNvSpPr>
            <a:spLocks noGrp="1"/>
          </p:cNvSpPr>
          <p:nvPr>
            <p:ph type="title" hasCustomPrompt="1"/>
          </p:nvPr>
        </p:nvSpPr>
        <p:spPr>
          <a:xfrm>
            <a:off x="5119688" y="973138"/>
            <a:ext cx="6567486" cy="3897312"/>
          </a:xfrm>
        </p:spPr>
        <p:txBody>
          <a:bodyPr anchor="b" anchorCtr="0"/>
          <a:lstStyle>
            <a:lvl1pPr>
              <a:lnSpc>
                <a:spcPct val="75000"/>
              </a:lnSpc>
              <a:defRPr sz="7200">
                <a:solidFill>
                  <a:schemeClr val="tx1"/>
                </a:solidFill>
              </a:defRPr>
            </a:lvl1pPr>
            <a:lvl2pPr>
              <a:lnSpc>
                <a:spcPct val="75000"/>
              </a:lnSpc>
              <a:defRPr sz="8000"/>
            </a:lvl2pPr>
            <a:lvl3pPr>
              <a:lnSpc>
                <a:spcPct val="80000"/>
              </a:lnSpc>
              <a:defRPr sz="7200"/>
            </a:lvl3pPr>
            <a:lvl4pPr>
              <a:lnSpc>
                <a:spcPct val="80000"/>
              </a:lnSpc>
              <a:defRPr sz="6600"/>
            </a:lvl4pPr>
            <a:lvl5pPr>
              <a:lnSpc>
                <a:spcPct val="80000"/>
              </a:lnSpc>
              <a:defRPr sz="5400"/>
            </a:lvl5pPr>
            <a:lvl6pPr>
              <a:lnSpc>
                <a:spcPct val="80000"/>
              </a:lnSpc>
              <a:defRPr sz="4800"/>
            </a:lvl6pPr>
            <a:lvl7pPr>
              <a:lnSpc>
                <a:spcPct val="80000"/>
              </a:lnSpc>
              <a:defRPr sz="4400"/>
            </a:lvl7pPr>
            <a:lvl8pPr>
              <a:lnSpc>
                <a:spcPct val="80000"/>
              </a:lnSpc>
              <a:defRPr sz="4000"/>
            </a:lvl8pPr>
            <a:lvl9pPr>
              <a:lnSpc>
                <a:spcPct val="75000"/>
              </a:lnSpc>
              <a:defRPr sz="11000"/>
            </a:lvl9pPr>
          </a:lstStyle>
          <a:p>
            <a:pPr lvl="0"/>
            <a:r>
              <a:rPr lang="en-GB" dirty="0"/>
              <a:t>Presentation title</a:t>
            </a:r>
          </a:p>
        </p:txBody>
      </p:sp>
      <p:sp>
        <p:nvSpPr>
          <p:cNvPr id="5" name="Subtitle">
            <a:extLst>
              <a:ext uri="{FF2B5EF4-FFF2-40B4-BE49-F238E27FC236}">
                <a16:creationId xmlns:a16="http://schemas.microsoft.com/office/drawing/2014/main" id="{DAE08EB1-54DB-1BAD-2D6C-7FFD0A44D79A}"/>
              </a:ext>
            </a:extLst>
          </p:cNvPr>
          <p:cNvSpPr>
            <a:spLocks noGrp="1"/>
          </p:cNvSpPr>
          <p:nvPr>
            <p:ph type="subTitle" idx="1" hasCustomPrompt="1"/>
          </p:nvPr>
        </p:nvSpPr>
        <p:spPr>
          <a:xfrm>
            <a:off x="7170736" y="5576463"/>
            <a:ext cx="4516438" cy="625475"/>
          </a:xfrm>
        </p:spPr>
        <p:txBody>
          <a:bodyPr anchor="b" anchorCtr="0"/>
          <a:lstStyle>
            <a:lvl1pPr marL="0" indent="0" algn="r">
              <a:lnSpc>
                <a:spcPct val="100000"/>
              </a:lnSpc>
              <a:spcBef>
                <a:spcPts val="0"/>
              </a:spcBef>
              <a:spcAft>
                <a:spcPts val="0"/>
              </a:spcAft>
              <a:buNone/>
              <a:defRPr sz="1600">
                <a:solidFill>
                  <a:schemeClr val="tx1"/>
                </a:solidFill>
                <a:latin typeface="Calibre Semibold" panose="020B0703030202060203" pitchFamily="34" charset="0"/>
              </a:defRPr>
            </a:lvl1pPr>
            <a:lvl2pPr marL="0" indent="0" algn="r">
              <a:lnSpc>
                <a:spcPct val="100000"/>
              </a:lnSpc>
              <a:spcBef>
                <a:spcPts val="0"/>
              </a:spcBef>
              <a:spcAft>
                <a:spcPts val="0"/>
              </a:spcAft>
              <a:buNone/>
              <a:defRPr sz="1600">
                <a:solidFill>
                  <a:schemeClr val="tx1"/>
                </a:solidFill>
                <a:latin typeface="+mn-lt"/>
              </a:defRPr>
            </a:lvl2pPr>
            <a:lvl3pPr marL="0" indent="0" algn="r">
              <a:buNone/>
              <a:defRPr sz="1200">
                <a:solidFill>
                  <a:schemeClr val="tx1"/>
                </a:solidFill>
                <a:latin typeface="+mn-lt"/>
              </a:defRPr>
            </a:lvl3pPr>
            <a:lvl4pPr marL="180000" indent="-180000" algn="l">
              <a:buFont typeface="Calibre" panose="020B0503030202060203" pitchFamily="34" charset="0"/>
              <a:buChar char="–"/>
              <a:defRPr sz="1200">
                <a:solidFill>
                  <a:schemeClr val="tx1"/>
                </a:solidFill>
                <a:latin typeface="+mn-lt"/>
              </a:defRPr>
            </a:lvl4pPr>
            <a:lvl5pPr marL="360000" indent="-180000" algn="l">
              <a:buFont typeface="Arial" panose="020B0604020202020204" pitchFamily="34" charset="0"/>
              <a:buChar char="•"/>
              <a:defRPr sz="1200">
                <a:solidFill>
                  <a:schemeClr val="tx1"/>
                </a:solidFill>
                <a:latin typeface="+mn-lt"/>
              </a:defRPr>
            </a:lvl5pPr>
            <a:lvl6pPr marL="0" indent="0" algn="l">
              <a:buNone/>
              <a:defRPr sz="1200">
                <a:solidFill>
                  <a:schemeClr val="tx1"/>
                </a:solidFill>
                <a:latin typeface="Calibre Semibold" panose="020B0703030202060203" pitchFamily="34" charset="0"/>
              </a:defRPr>
            </a:lvl6pPr>
            <a:lvl7pPr marL="0" indent="0" algn="l">
              <a:buNone/>
              <a:defRPr sz="1050">
                <a:solidFill>
                  <a:schemeClr val="tx1"/>
                </a:solidFill>
                <a:latin typeface="Calibre Semibold" panose="020B0703030202060203" pitchFamily="34" charset="0"/>
              </a:defRPr>
            </a:lvl7pPr>
            <a:lvl8pPr marL="0" indent="0" algn="l">
              <a:buNone/>
              <a:defRPr sz="1050">
                <a:solidFill>
                  <a:schemeClr val="tx1"/>
                </a:solidFill>
                <a:latin typeface="+mn-lt"/>
              </a:defRPr>
            </a:lvl8pPr>
            <a:lvl9pPr marL="180000" indent="-180000" algn="l">
              <a:buFont typeface="Calibre" panose="020B0503030202060203" pitchFamily="34" charset="0"/>
              <a:buChar char="–"/>
              <a:defRPr sz="1050">
                <a:solidFill>
                  <a:schemeClr val="tx1"/>
                </a:solidFill>
                <a:latin typeface="+mn-lt"/>
              </a:defRPr>
            </a:lvl9pPr>
          </a:lstStyle>
          <a:p>
            <a:r>
              <a:rPr lang="en-GB" dirty="0"/>
              <a:t>Presenter Name – Level 1</a:t>
            </a:r>
            <a:br>
              <a:rPr lang="en-GB" dirty="0"/>
            </a:br>
            <a:r>
              <a:rPr lang="en-GB" dirty="0"/>
              <a:t>Use level 2 for additional information</a:t>
            </a:r>
          </a:p>
          <a:p>
            <a:pPr lvl="1"/>
            <a:r>
              <a:rPr lang="en-GB" dirty="0"/>
              <a:t>Additional Information – Level 2</a:t>
            </a:r>
          </a:p>
          <a:p>
            <a:pPr lvl="2"/>
            <a:r>
              <a:rPr lang="en-GB" dirty="0"/>
              <a:t>Body Copy</a:t>
            </a:r>
          </a:p>
          <a:p>
            <a:pPr lvl="3"/>
            <a:r>
              <a:rPr lang="en-GB" dirty="0"/>
              <a:t>Body Bullet</a:t>
            </a:r>
          </a:p>
          <a:p>
            <a:pPr lvl="4"/>
            <a:r>
              <a:rPr lang="en-GB" dirty="0"/>
              <a:t>Body Bullet 2</a:t>
            </a:r>
          </a:p>
          <a:p>
            <a:pPr lvl="5"/>
            <a:r>
              <a:rPr lang="en-GB" dirty="0"/>
              <a:t>Heading 3</a:t>
            </a:r>
          </a:p>
          <a:p>
            <a:pPr lvl="6"/>
            <a:r>
              <a:rPr lang="en-GB" dirty="0"/>
              <a:t>Caption</a:t>
            </a:r>
          </a:p>
          <a:p>
            <a:pPr lvl="7"/>
            <a:r>
              <a:rPr lang="en-GB" dirty="0"/>
              <a:t>Caption copy</a:t>
            </a:r>
          </a:p>
          <a:p>
            <a:pPr lvl="8"/>
            <a:r>
              <a:rPr lang="en-GB" dirty="0"/>
              <a:t>Caption bullet</a:t>
            </a:r>
          </a:p>
        </p:txBody>
      </p:sp>
      <p:sp>
        <p:nvSpPr>
          <p:cNvPr id="3" name="Date Placeholder">
            <a:extLst>
              <a:ext uri="{FF2B5EF4-FFF2-40B4-BE49-F238E27FC236}">
                <a16:creationId xmlns:a16="http://schemas.microsoft.com/office/drawing/2014/main" id="{3717E46F-EF5A-3F36-B2B9-7BB442CA45BB}"/>
              </a:ext>
            </a:extLst>
          </p:cNvPr>
          <p:cNvSpPr>
            <a:spLocks noGrp="1"/>
          </p:cNvSpPr>
          <p:nvPr>
            <p:ph type="body" sz="half" idx="12" hasCustomPrompt="1"/>
          </p:nvPr>
        </p:nvSpPr>
        <p:spPr>
          <a:xfrm>
            <a:off x="5119688" y="431464"/>
            <a:ext cx="1436689" cy="144000"/>
          </a:xfrm>
          <a:prstGeom prst="rect">
            <a:avLst/>
          </a:prstGeom>
        </p:spPr>
        <p:txBody>
          <a:bodyPr lIns="0" tIns="0" rIns="0" bIns="0"/>
          <a:lstStyle>
            <a:lvl1pPr indent="0">
              <a:spcBef>
                <a:spcPts val="0"/>
              </a:spcBef>
              <a:spcAft>
                <a:spcPts val="0"/>
              </a:spcAft>
              <a:defRPr sz="1050" b="1" cap="all" normalizeH="0" baseline="0">
                <a:solidFill>
                  <a:schemeClr val="tx1"/>
                </a:solidFill>
                <a:latin typeface="Space Mono" panose="02000509040000020004" pitchFamily="49" charset="0"/>
              </a:defRPr>
            </a:lvl1pPr>
            <a:lvl2pPr indent="0">
              <a:spcBef>
                <a:spcPts val="0"/>
              </a:spcBef>
              <a:spcAft>
                <a:spcPts val="0"/>
              </a:spcAft>
              <a:defRPr sz="1050" b="1">
                <a:latin typeface="Space Mono" panose="02000509040000020004" pitchFamily="49" charset="0"/>
              </a:defRPr>
            </a:lvl2pPr>
            <a:lvl3pPr indent="0">
              <a:spcBef>
                <a:spcPts val="0"/>
              </a:spcBef>
              <a:spcAft>
                <a:spcPts val="0"/>
              </a:spcAft>
              <a:defRPr sz="1050" b="1">
                <a:latin typeface="Space Mono" panose="02000509040000020004" pitchFamily="49" charset="0"/>
              </a:defRPr>
            </a:lvl3pPr>
            <a:lvl4pPr indent="0">
              <a:spcBef>
                <a:spcPts val="0"/>
              </a:spcBef>
              <a:spcAft>
                <a:spcPts val="0"/>
              </a:spcAft>
              <a:defRPr sz="1050" b="1">
                <a:latin typeface="Space Mono" panose="02000509040000020004" pitchFamily="49" charset="0"/>
              </a:defRPr>
            </a:lvl4pPr>
            <a:lvl5pPr indent="0">
              <a:spcBef>
                <a:spcPts val="0"/>
              </a:spcBef>
              <a:spcAft>
                <a:spcPts val="0"/>
              </a:spcAft>
              <a:defRPr sz="1050" b="1">
                <a:latin typeface="Space Mono" panose="02000509040000020004" pitchFamily="49" charset="0"/>
              </a:defRPr>
            </a:lvl5pPr>
            <a:lvl6pPr indent="0">
              <a:spcBef>
                <a:spcPts val="0"/>
              </a:spcBef>
              <a:spcAft>
                <a:spcPts val="0"/>
              </a:spcAft>
              <a:defRPr sz="1050" b="1">
                <a:latin typeface="Space Mono" panose="02000509040000020004" pitchFamily="49" charset="0"/>
              </a:defRPr>
            </a:lvl6pPr>
            <a:lvl7pPr indent="0">
              <a:spcBef>
                <a:spcPts val="0"/>
              </a:spcBef>
              <a:spcAft>
                <a:spcPts val="0"/>
              </a:spcAft>
              <a:defRPr sz="1050" b="1">
                <a:latin typeface="Space Mono" panose="02000509040000020004" pitchFamily="49" charset="0"/>
              </a:defRPr>
            </a:lvl7pPr>
            <a:lvl8pPr indent="0">
              <a:spcBef>
                <a:spcPts val="0"/>
              </a:spcBef>
              <a:spcAft>
                <a:spcPts val="0"/>
              </a:spcAft>
              <a:defRPr sz="1050" b="1">
                <a:latin typeface="Space Mono" panose="02000509040000020004" pitchFamily="49" charset="0"/>
              </a:defRPr>
            </a:lvl8pPr>
            <a:lvl9pPr indent="0">
              <a:spcBef>
                <a:spcPts val="0"/>
              </a:spcBef>
              <a:spcAft>
                <a:spcPts val="0"/>
              </a:spcAft>
              <a:defRPr sz="1050" b="1">
                <a:latin typeface="Space Mono" panose="02000509040000020004" pitchFamily="49" charset="0"/>
              </a:defRPr>
            </a:lvl9pPr>
          </a:lstStyle>
          <a:p>
            <a:r>
              <a:rPr lang="en-GB" dirty="0"/>
              <a:t>DATE HERE</a:t>
            </a:r>
          </a:p>
        </p:txBody>
      </p:sp>
      <p:sp>
        <p:nvSpPr>
          <p:cNvPr id="6" name="Picture Placeholder 1">
            <a:extLst>
              <a:ext uri="{FF2B5EF4-FFF2-40B4-BE49-F238E27FC236}">
                <a16:creationId xmlns:a16="http://schemas.microsoft.com/office/drawing/2014/main" id="{E3E372D0-DC5F-991B-D2B6-E7CE2AAFB183}"/>
              </a:ext>
              <a:ext uri="{C183D7F6-B498-43B3-948B-1728B52AA6E4}">
                <adec:decorative xmlns:adec="http://schemas.microsoft.com/office/drawing/2017/decorative" val="1"/>
              </a:ext>
            </a:extLst>
          </p:cNvPr>
          <p:cNvSpPr>
            <a:spLocks noGrp="1"/>
          </p:cNvSpPr>
          <p:nvPr>
            <p:ph type="pic" sz="quarter" idx="13"/>
          </p:nvPr>
        </p:nvSpPr>
        <p:spPr>
          <a:xfrm>
            <a:off x="0" y="0"/>
            <a:ext cx="4516438" cy="6858000"/>
          </a:xfrm>
          <a:custGeom>
            <a:avLst/>
            <a:gdLst>
              <a:gd name="connsiteX0" fmla="*/ 0 w 4516438"/>
              <a:gd name="connsiteY0" fmla="*/ 0 h 6858000"/>
              <a:gd name="connsiteX1" fmla="*/ 4516438 w 4516438"/>
              <a:gd name="connsiteY1" fmla="*/ 0 h 6858000"/>
              <a:gd name="connsiteX2" fmla="*/ 4516438 w 4516438"/>
              <a:gd name="connsiteY2" fmla="*/ 5305425 h 6858000"/>
              <a:gd name="connsiteX3" fmla="*/ 503238 w 4516438"/>
              <a:gd name="connsiteY3" fmla="*/ 5305425 h 6858000"/>
              <a:gd name="connsiteX4" fmla="*/ 503238 w 4516438"/>
              <a:gd name="connsiteY4" fmla="*/ 5368925 h 6858000"/>
              <a:gd name="connsiteX5" fmla="*/ 4516438 w 4516438"/>
              <a:gd name="connsiteY5" fmla="*/ 5368925 h 6858000"/>
              <a:gd name="connsiteX6" fmla="*/ 4516438 w 4516438"/>
              <a:gd name="connsiteY6" fmla="*/ 6858000 h 6858000"/>
              <a:gd name="connsiteX7" fmla="*/ 0 w 45164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16438" h="6858000">
                <a:moveTo>
                  <a:pt x="0" y="0"/>
                </a:moveTo>
                <a:lnTo>
                  <a:pt x="4516438" y="0"/>
                </a:lnTo>
                <a:lnTo>
                  <a:pt x="4516438" y="5305425"/>
                </a:lnTo>
                <a:lnTo>
                  <a:pt x="503238" y="5305425"/>
                </a:lnTo>
                <a:lnTo>
                  <a:pt x="503238" y="5368925"/>
                </a:lnTo>
                <a:lnTo>
                  <a:pt x="4516438" y="5368925"/>
                </a:lnTo>
                <a:lnTo>
                  <a:pt x="4516438" y="6858000"/>
                </a:lnTo>
                <a:lnTo>
                  <a:pt x="0" y="6858000"/>
                </a:lnTo>
                <a:close/>
              </a:path>
            </a:pathLst>
          </a:custGeom>
        </p:spPr>
        <p:txBody>
          <a:bodyPr wrap="square" anchor="ctr" anchorCtr="1">
            <a:noAutofit/>
          </a:bodyPr>
          <a:lstStyle>
            <a:lvl1pPr algn="ctr">
              <a:defRPr sz="1800"/>
            </a:lvl1pPr>
          </a:lstStyle>
          <a:p>
            <a:r>
              <a:rPr lang="en-US"/>
              <a:t>Click icon to add picture</a:t>
            </a:r>
            <a:endParaRPr lang="en-GB" dirty="0"/>
          </a:p>
        </p:txBody>
      </p:sp>
      <p:sp>
        <p:nvSpPr>
          <p:cNvPr id="4" name="CBRE Vector Logo" descr="CBRE logo">
            <a:extLst>
              <a:ext uri="{FF2B5EF4-FFF2-40B4-BE49-F238E27FC236}">
                <a16:creationId xmlns:a16="http://schemas.microsoft.com/office/drawing/2014/main" id="{E097F5CA-ACD7-328F-C997-CFF81656A182}"/>
              </a:ext>
              <a:ext uri="{C183D7F6-B498-43B3-948B-1728B52AA6E4}">
                <adec:decorative xmlns:adec="http://schemas.microsoft.com/office/drawing/2017/decorative" val="0"/>
              </a:ext>
            </a:extLst>
          </p:cNvPr>
          <p:cNvSpPr>
            <a:spLocks noChangeAspect="1"/>
          </p:cNvSpPr>
          <p:nvPr userDrawn="1"/>
        </p:nvSpPr>
        <p:spPr>
          <a:xfrm>
            <a:off x="10750535"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tx1"/>
          </a:solidFill>
          <a:ln w="2617" cap="flat">
            <a:noFill/>
            <a:prstDash val="solid"/>
            <a:miter/>
          </a:ln>
        </p:spPr>
        <p:txBody>
          <a:bodyPr wrap="square" rtlCol="0" anchor="ctr">
            <a:noAutofit/>
          </a:bodyPr>
          <a:lstStyle/>
          <a:p>
            <a:endParaRPr lang="en-GB" dirty="0">
              <a:solidFill>
                <a:schemeClr val="bg1"/>
              </a:solidFill>
            </a:endParaRPr>
          </a:p>
        </p:txBody>
      </p:sp>
      <p:sp>
        <p:nvSpPr>
          <p:cNvPr id="7" name="LoS - Fixed shape">
            <a:extLst>
              <a:ext uri="{FF2B5EF4-FFF2-40B4-BE49-F238E27FC236}">
                <a16:creationId xmlns:a16="http://schemas.microsoft.com/office/drawing/2014/main" id="{D4B16EEC-A793-DB51-611C-F648754B4A3E}"/>
              </a:ext>
            </a:extLst>
          </p:cNvPr>
          <p:cNvSpPr/>
          <p:nvPr userDrawn="1"/>
        </p:nvSpPr>
        <p:spPr>
          <a:xfrm>
            <a:off x="503238" y="5305425"/>
            <a:ext cx="11183936" cy="63500"/>
          </a:xfrm>
          <a:prstGeom prst="rect">
            <a:avLst/>
          </a:prstGeom>
          <a:solidFill>
            <a:srgbClr val="17E88F"/>
          </a:solidFill>
        </p:spPr>
        <p:txBody>
          <a:bodyPr wrap="square" lIns="72000" tIns="46800" rIns="72000" bIns="46800" rtlCol="0" anchor="ctr" anchorCtr="1">
            <a:noAutofit/>
          </a:bodyPr>
          <a:lstStyle/>
          <a:p>
            <a:pPr algn="ctr"/>
            <a:endParaRPr lang="en-GB" dirty="0">
              <a:solidFill>
                <a:schemeClr val="bg1"/>
              </a:solidFill>
            </a:endParaRPr>
          </a:p>
        </p:txBody>
      </p:sp>
      <p:grpSp>
        <p:nvGrpSpPr>
          <p:cNvPr id="8" name="Title Guidance">
            <a:extLst>
              <a:ext uri="{FF2B5EF4-FFF2-40B4-BE49-F238E27FC236}">
                <a16:creationId xmlns:a16="http://schemas.microsoft.com/office/drawing/2014/main" id="{5CF13762-F137-5204-D626-BAA96ED2CB3D}"/>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1484313"/>
            <a:ext cx="1960563" cy="1554271"/>
            <a:chOff x="-2322513" y="195104"/>
            <a:chExt cx="1960563" cy="1554271"/>
          </a:xfrm>
        </p:grpSpPr>
        <p:sp>
          <p:nvSpPr>
            <p:cNvPr id="12" name="Guidance">
              <a:extLst>
                <a:ext uri="{FF2B5EF4-FFF2-40B4-BE49-F238E27FC236}">
                  <a16:creationId xmlns:a16="http://schemas.microsoft.com/office/drawing/2014/main" id="{FC745FCD-FDBD-06E6-0867-3D8BA4BA9B7A}"/>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1308050"/>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The Title of the presentation should be large and impactful. Nine pre-formatted styles are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keyboard shortcuts to Increase/Decrease List Levels to move through the nine available styles.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‘ALT+SHIFT+RIGHT ARROW’ to next level</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‘ALT+SHIFT+LEFT ARROW’ to previous level</a:t>
              </a:r>
            </a:p>
          </p:txBody>
        </p:sp>
        <p:sp>
          <p:nvSpPr>
            <p:cNvPr id="13" name="Guidance">
              <a:extLst>
                <a:ext uri="{FF2B5EF4-FFF2-40B4-BE49-F238E27FC236}">
                  <a16:creationId xmlns:a16="http://schemas.microsoft.com/office/drawing/2014/main" id="{6CFDEA05-6991-5AC1-D467-C0CE5CAD269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Title text</a:t>
              </a:r>
            </a:p>
          </p:txBody>
        </p:sp>
      </p:grpSp>
      <p:grpSp>
        <p:nvGrpSpPr>
          <p:cNvPr id="14" name="Date Guidance">
            <a:extLst>
              <a:ext uri="{FF2B5EF4-FFF2-40B4-BE49-F238E27FC236}">
                <a16:creationId xmlns:a16="http://schemas.microsoft.com/office/drawing/2014/main" id="{51B8DADA-55E6-1BEA-CDFD-9257D735A960}"/>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42366"/>
            <a:ext cx="1960563" cy="784830"/>
            <a:chOff x="-2322513" y="195104"/>
            <a:chExt cx="1960563" cy="784830"/>
          </a:xfrm>
        </p:grpSpPr>
        <p:sp>
          <p:nvSpPr>
            <p:cNvPr id="16" name="Guidance">
              <a:extLst>
                <a:ext uri="{FF2B5EF4-FFF2-40B4-BE49-F238E27FC236}">
                  <a16:creationId xmlns:a16="http://schemas.microsoft.com/office/drawing/2014/main" id="{CEEAB780-9AAE-F31E-51C7-2A037AF83E4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538609"/>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set the Date, Select Insert &gt; Header &amp; Footer. Enter the date in the Fixed field.</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Select ‘Apply to All’</a:t>
              </a:r>
            </a:p>
          </p:txBody>
        </p:sp>
        <p:sp>
          <p:nvSpPr>
            <p:cNvPr id="17" name="Guidance">
              <a:extLst>
                <a:ext uri="{FF2B5EF4-FFF2-40B4-BE49-F238E27FC236}">
                  <a16:creationId xmlns:a16="http://schemas.microsoft.com/office/drawing/2014/main" id="{75633B9D-5B56-77B4-BF35-61AEFEC596C6}"/>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Setting the Date</a:t>
              </a:r>
              <a:endParaRPr kumimoji="0" lang="en-GB" sz="800" b="0" i="0" u="none" strike="noStrike" kern="1200" cap="none" spc="0" normalizeH="0" baseline="0" noProof="0" dirty="0">
                <a:ln>
                  <a:noFill/>
                </a:ln>
                <a:solidFill>
                  <a:srgbClr val="FFFFFF"/>
                </a:solidFill>
                <a:effectLst/>
                <a:uLnTx/>
                <a:uFillTx/>
              </a:endParaRPr>
            </a:p>
          </p:txBody>
        </p:sp>
      </p:grpSp>
      <p:grpSp>
        <p:nvGrpSpPr>
          <p:cNvPr id="2" name="Image Guidance">
            <a:extLst>
              <a:ext uri="{FF2B5EF4-FFF2-40B4-BE49-F238E27FC236}">
                <a16:creationId xmlns:a16="http://schemas.microsoft.com/office/drawing/2014/main" id="{47FF0486-BFA3-EA01-5149-D9956355005B}"/>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41325"/>
            <a:ext cx="1960563" cy="3139321"/>
            <a:chOff x="-2322513" y="195104"/>
            <a:chExt cx="1960563" cy="3139321"/>
          </a:xfrm>
        </p:grpSpPr>
        <p:sp>
          <p:nvSpPr>
            <p:cNvPr id="9" name="Guidance">
              <a:extLst>
                <a:ext uri="{FF2B5EF4-FFF2-40B4-BE49-F238E27FC236}">
                  <a16:creationId xmlns:a16="http://schemas.microsoft.com/office/drawing/2014/main" id="{7A4F3813-244E-1367-89E9-7F8DA08895FE}"/>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10" name="Guidance">
              <a:extLst>
                <a:ext uri="{FF2B5EF4-FFF2-40B4-BE49-F238E27FC236}">
                  <a16:creationId xmlns:a16="http://schemas.microsoft.com/office/drawing/2014/main" id="{C5C39A22-BBF5-5F8D-C052-5B2D87F13DB2}"/>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247313233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Title Placeholder 13">
            <a:extLst>
              <a:ext uri="{FF2B5EF4-FFF2-40B4-BE49-F238E27FC236}">
                <a16:creationId xmlns:a16="http://schemas.microsoft.com/office/drawing/2014/main" id="{A9727837-E2B5-42C2-9C90-3857161612D6}"/>
              </a:ext>
            </a:extLst>
          </p:cNvPr>
          <p:cNvSpPr>
            <a:spLocks noGrp="1"/>
          </p:cNvSpPr>
          <p:nvPr>
            <p:ph type="title"/>
          </p:nvPr>
        </p:nvSpPr>
        <p:spPr>
          <a:xfrm>
            <a:off x="511176" y="1601788"/>
            <a:ext cx="2971800" cy="1325563"/>
          </a:xfrm>
          <a:prstGeom prst="rect">
            <a:avLst/>
          </a:prstGeom>
        </p:spPr>
        <p:txBody>
          <a:bodyPr vert="horz" lIns="0" tIns="0" rIns="0" bIns="0" rtlCol="0" anchor="t">
            <a:noAutofit/>
          </a:bodyPr>
          <a:lstStyle/>
          <a:p>
            <a:r>
              <a:rPr lang="en-US"/>
              <a:t>Click to edit Master title style</a:t>
            </a:r>
            <a:endParaRPr lang="en-GB"/>
          </a:p>
        </p:txBody>
      </p:sp>
      <p:sp>
        <p:nvSpPr>
          <p:cNvPr id="18" name="Text Placeholder 17">
            <a:extLst>
              <a:ext uri="{FF2B5EF4-FFF2-40B4-BE49-F238E27FC236}">
                <a16:creationId xmlns:a16="http://schemas.microsoft.com/office/drawing/2014/main" id="{2593EE55-8927-4040-B221-77F9998365E8}"/>
              </a:ext>
            </a:extLst>
          </p:cNvPr>
          <p:cNvSpPr>
            <a:spLocks noGrp="1"/>
          </p:cNvSpPr>
          <p:nvPr>
            <p:ph type="body" idx="1"/>
          </p:nvPr>
        </p:nvSpPr>
        <p:spPr>
          <a:xfrm>
            <a:off x="3584575" y="1601788"/>
            <a:ext cx="3484562" cy="4275137"/>
          </a:xfrm>
          <a:prstGeom prst="rect">
            <a:avLst/>
          </a:prstGeom>
        </p:spPr>
        <p:txBody>
          <a:bodyPr vert="horz" lIns="0" tIns="0" rIns="72000" bIns="0" rtlCol="0">
            <a:noAutofit/>
          </a:bodyPr>
          <a:lstStyle/>
          <a:p>
            <a:pPr lvl="0"/>
            <a:r>
              <a:rPr lang="en-US"/>
              <a:t>Heading 1</a:t>
            </a:r>
          </a:p>
          <a:p>
            <a:pPr lvl="1"/>
            <a:r>
              <a:rPr lang="en-US"/>
              <a:t>Heading 2</a:t>
            </a:r>
          </a:p>
          <a:p>
            <a:pPr lvl="2"/>
            <a:r>
              <a:rPr lang="en-US"/>
              <a:t>Body Copy</a:t>
            </a:r>
          </a:p>
          <a:p>
            <a:pPr lvl="3"/>
            <a:r>
              <a:rPr lang="en-US"/>
              <a:t>Body Bullet</a:t>
            </a:r>
          </a:p>
          <a:p>
            <a:pPr lvl="4"/>
            <a:r>
              <a:rPr lang="en-US"/>
              <a:t>Body Bullet 2</a:t>
            </a:r>
          </a:p>
          <a:p>
            <a:pPr lvl="5"/>
            <a:r>
              <a:rPr lang="en-US"/>
              <a:t>Heading 3</a:t>
            </a:r>
          </a:p>
          <a:p>
            <a:pPr lvl="6"/>
            <a:r>
              <a:rPr lang="en-US"/>
              <a:t>Caption</a:t>
            </a:r>
          </a:p>
          <a:p>
            <a:pPr lvl="7"/>
            <a:r>
              <a:rPr lang="en-US"/>
              <a:t>Caption copy</a:t>
            </a:r>
          </a:p>
          <a:p>
            <a:pPr lvl="8"/>
            <a:r>
              <a:rPr lang="en-US"/>
              <a:t>Caption bullet</a:t>
            </a:r>
            <a:endParaRPr lang="en-GB"/>
          </a:p>
        </p:txBody>
      </p:sp>
      <p:sp>
        <p:nvSpPr>
          <p:cNvPr id="6" name="TextBox 5">
            <a:extLst>
              <a:ext uri="{FF2B5EF4-FFF2-40B4-BE49-F238E27FC236}">
                <a16:creationId xmlns:a16="http://schemas.microsoft.com/office/drawing/2014/main" id="{F635EDC6-6E44-4FEB-ADC2-DD75954004E7}"/>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a:solidFill>
                  <a:schemeClr val="tx1"/>
                </a:solidFill>
                <a:latin typeface="+mn-lt"/>
                <a:ea typeface="+mn-ea"/>
                <a:cs typeface="+mn-cs"/>
              </a:rPr>
              <a:t>Confidential &amp; Proprietary | © 2021 CBRE, Inc.</a:t>
            </a:r>
          </a:p>
        </p:txBody>
      </p:sp>
      <p:sp>
        <p:nvSpPr>
          <p:cNvPr id="7" name="TextBox 6">
            <a:extLst>
              <a:ext uri="{FF2B5EF4-FFF2-40B4-BE49-F238E27FC236}">
                <a16:creationId xmlns:a16="http://schemas.microsoft.com/office/drawing/2014/main" id="{E58E7509-6F56-4384-96C9-87A36BA2BC0F}"/>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tx1"/>
                </a:solidFill>
                <a:latin typeface="+mn-lt"/>
                <a:ea typeface="+mn-ea"/>
                <a:cs typeface="+mn-cs"/>
              </a:rPr>
              <a:pPr marL="0" algn="r" defTabSz="914400" rtl="0" eaLnBrk="1" latinLnBrk="0" hangingPunct="1"/>
              <a:t>‹#›</a:t>
            </a:fld>
            <a:endParaRPr lang="en-GB" sz="800" b="0" kern="1200" cap="none" baseline="0">
              <a:solidFill>
                <a:schemeClr val="tx1"/>
              </a:solidFill>
              <a:latin typeface="+mn-lt"/>
              <a:ea typeface="+mn-ea"/>
              <a:cs typeface="+mn-cs"/>
            </a:endParaRPr>
          </a:p>
        </p:txBody>
      </p:sp>
    </p:spTree>
    <p:extLst>
      <p:ext uri="{BB962C8B-B14F-4D97-AF65-F5344CB8AC3E}">
        <p14:creationId xmlns:p14="http://schemas.microsoft.com/office/powerpoint/2010/main" val="2673641714"/>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856" r:id="rId18"/>
    <p:sldLayoutId id="2147483857" r:id="rId19"/>
    <p:sldLayoutId id="2147483858" r:id="rId20"/>
    <p:sldLayoutId id="2147483859" r:id="rId21"/>
    <p:sldLayoutId id="2147483860" r:id="rId22"/>
    <p:sldLayoutId id="2147483861" r:id="rId23"/>
    <p:sldLayoutId id="2147483862" r:id="rId24"/>
    <p:sldLayoutId id="2147483863" r:id="rId25"/>
    <p:sldLayoutId id="2147483864" r:id="rId26"/>
    <p:sldLayoutId id="2147483865" r:id="rId27"/>
    <p:sldLayoutId id="2147483866" r:id="rId28"/>
    <p:sldLayoutId id="2147483867" r:id="rId29"/>
    <p:sldLayoutId id="2147483868" r:id="rId30"/>
    <p:sldLayoutId id="2147483869" r:id="rId31"/>
    <p:sldLayoutId id="2147483870" r:id="rId32"/>
    <p:sldLayoutId id="2147483871" r:id="rId33"/>
    <p:sldLayoutId id="2147483872" r:id="rId34"/>
    <p:sldLayoutId id="2147483873" r:id="rId35"/>
    <p:sldLayoutId id="2147483874" r:id="rId36"/>
    <p:sldLayoutId id="2147483875" r:id="rId37"/>
    <p:sldLayoutId id="2147483876" r:id="rId38"/>
    <p:sldLayoutId id="2147483877" r:id="rId39"/>
    <p:sldLayoutId id="2147483878" r:id="rId40"/>
    <p:sldLayoutId id="2147483879" r:id="rId41"/>
    <p:sldLayoutId id="2147483880" r:id="rId42"/>
    <p:sldLayoutId id="2147483881" r:id="rId43"/>
    <p:sldLayoutId id="2147483882" r:id="rId44"/>
    <p:sldLayoutId id="2147483883" r:id="rId45"/>
    <p:sldLayoutId id="2147483884" r:id="rId46"/>
    <p:sldLayoutId id="2147483885" r:id="rId47"/>
    <p:sldLayoutId id="2147483886" r:id="rId48"/>
    <p:sldLayoutId id="2147483887" r:id="rId49"/>
    <p:sldLayoutId id="2147483888" r:id="rId50"/>
    <p:sldLayoutId id="2147483889" r:id="rId51"/>
    <p:sldLayoutId id="2147483890" r:id="rId52"/>
    <p:sldLayoutId id="2147483891" r:id="rId53"/>
    <p:sldLayoutId id="2147483892" r:id="rId54"/>
    <p:sldLayoutId id="2147483893" r:id="rId55"/>
    <p:sldLayoutId id="2147483894" r:id="rId56"/>
    <p:sldLayoutId id="2147483895" r:id="rId57"/>
    <p:sldLayoutId id="2147483896" r:id="rId58"/>
    <p:sldLayoutId id="2147483897" r:id="rId59"/>
    <p:sldLayoutId id="2147483898" r:id="rId60"/>
    <p:sldLayoutId id="2147483900" r:id="rId61"/>
    <p:sldLayoutId id="2147483912" r:id="rId62"/>
    <p:sldLayoutId id="2147483918" r:id="rId63"/>
    <p:sldLayoutId id="2147483919" r:id="rId64"/>
    <p:sldLayoutId id="2147483935" r:id="rId65"/>
    <p:sldLayoutId id="2147483940" r:id="rId66"/>
    <p:sldLayoutId id="2147483941" r:id="rId67"/>
    <p:sldLayoutId id="2147483942" r:id="rId68"/>
    <p:sldLayoutId id="2147483943" r:id="rId69"/>
    <p:sldLayoutId id="2147483944" r:id="rId70"/>
    <p:sldLayoutId id="2147483945" r:id="rId71"/>
    <p:sldLayoutId id="2147483946" r:id="rId72"/>
    <p:sldLayoutId id="2147483947" r:id="rId73"/>
    <p:sldLayoutId id="2147483948" r:id="rId74"/>
    <p:sldLayoutId id="2147483949" r:id="rId75"/>
    <p:sldLayoutId id="2147483950" r:id="rId76"/>
    <p:sldLayoutId id="2147483951" r:id="rId77"/>
    <p:sldLayoutId id="2147483952" r:id="rId78"/>
    <p:sldLayoutId id="2147483953" r:id="rId79"/>
    <p:sldLayoutId id="2147483954" r:id="rId80"/>
    <p:sldLayoutId id="2147483955" r:id="rId81"/>
    <p:sldLayoutId id="2147483956" r:id="rId82"/>
    <p:sldLayoutId id="2147483957" r:id="rId83"/>
    <p:sldLayoutId id="2147483958" r:id="rId84"/>
    <p:sldLayoutId id="2147483959" r:id="rId85"/>
    <p:sldLayoutId id="2147483960" r:id="rId86"/>
    <p:sldLayoutId id="2147483961" r:id="rId87"/>
    <p:sldLayoutId id="2147483962" r:id="rId88"/>
    <p:sldLayoutId id="2147483963" r:id="rId89"/>
    <p:sldLayoutId id="2147483964" r:id="rId90"/>
    <p:sldLayoutId id="2147483965" r:id="rId91"/>
    <p:sldLayoutId id="2147483966" r:id="rId92"/>
    <p:sldLayoutId id="2147483967" r:id="rId93"/>
    <p:sldLayoutId id="2147483968" r:id="rId94"/>
    <p:sldLayoutId id="2147483969" r:id="rId95"/>
    <p:sldLayoutId id="2147483970" r:id="rId96"/>
    <p:sldLayoutId id="2147483971" r:id="rId97"/>
    <p:sldLayoutId id="2147483972" r:id="rId98"/>
    <p:sldLayoutId id="2147483973" r:id="rId99"/>
    <p:sldLayoutId id="2147483974" r:id="rId100"/>
    <p:sldLayoutId id="2147483975" r:id="rId101"/>
    <p:sldLayoutId id="2147483976" r:id="rId102"/>
    <p:sldLayoutId id="2147483977" r:id="rId103"/>
    <p:sldLayoutId id="2147483978" r:id="rId104"/>
    <p:sldLayoutId id="2147483979" r:id="rId105"/>
    <p:sldLayoutId id="2147483980" r:id="rId106"/>
    <p:sldLayoutId id="2147483981" r:id="rId107"/>
    <p:sldLayoutId id="2147483982" r:id="rId108"/>
    <p:sldLayoutId id="2147483983" r:id="rId109"/>
    <p:sldLayoutId id="2147483984" r:id="rId110"/>
    <p:sldLayoutId id="2147483985" r:id="rId111"/>
    <p:sldLayoutId id="2147483986" r:id="rId112"/>
    <p:sldLayoutId id="2147483987" r:id="rId113"/>
    <p:sldLayoutId id="2147483988" r:id="rId114"/>
    <p:sldLayoutId id="2147483989" r:id="rId115"/>
    <p:sldLayoutId id="2147483990" r:id="rId116"/>
    <p:sldLayoutId id="2147483991" r:id="rId117"/>
    <p:sldLayoutId id="2147483992" r:id="rId118"/>
    <p:sldLayoutId id="2147483993" r:id="rId119"/>
    <p:sldLayoutId id="2147483994" r:id="rId120"/>
    <p:sldLayoutId id="2147483995" r:id="rId121"/>
    <p:sldLayoutId id="2147483996" r:id="rId122"/>
    <p:sldLayoutId id="2147483997" r:id="rId123"/>
    <p:sldLayoutId id="2147483998" r:id="rId124"/>
  </p:sldLayoutIdLst>
  <p:hf hdr="0" dt="0"/>
  <p:txStyles>
    <p:titleStyle>
      <a:lvl1pPr eaLnBrk="1" hangingPunct="1">
        <a:lnSpc>
          <a:spcPct val="90000"/>
        </a:lnSpc>
        <a:defRPr sz="2800">
          <a:solidFill>
            <a:schemeClr val="tx1"/>
          </a:solidFill>
          <a:latin typeface="+mj-lt"/>
          <a:ea typeface="+mj-ea"/>
          <a:cs typeface="+mj-cs"/>
        </a:defRPr>
      </a:lvl1pPr>
    </p:titleStyle>
    <p:bodyStyle>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p:bodyStyle>
    <p:otherStyle>
      <a:lvl1pPr marL="0" eaLnBrk="1" hangingPunct="1">
        <a:defRPr>
          <a:latin typeface="+mn-lt"/>
          <a:ea typeface="+mn-ea"/>
          <a:cs typeface="+mn-cs"/>
        </a:defRPr>
      </a:lvl1pPr>
      <a:lvl2pPr marL="277246" eaLnBrk="1" hangingPunct="1">
        <a:defRPr>
          <a:latin typeface="+mn-lt"/>
          <a:ea typeface="+mn-ea"/>
          <a:cs typeface="+mn-cs"/>
        </a:defRPr>
      </a:lvl2pPr>
      <a:lvl3pPr marL="554492" eaLnBrk="1" hangingPunct="1">
        <a:defRPr>
          <a:latin typeface="+mn-lt"/>
          <a:ea typeface="+mn-ea"/>
          <a:cs typeface="+mn-cs"/>
        </a:defRPr>
      </a:lvl3pPr>
      <a:lvl4pPr marL="831738" eaLnBrk="1" hangingPunct="1">
        <a:defRPr>
          <a:latin typeface="+mn-lt"/>
          <a:ea typeface="+mn-ea"/>
          <a:cs typeface="+mn-cs"/>
        </a:defRPr>
      </a:lvl4pPr>
      <a:lvl5pPr marL="1108984" eaLnBrk="1" hangingPunct="1">
        <a:defRPr>
          <a:latin typeface="+mn-lt"/>
          <a:ea typeface="+mn-ea"/>
          <a:cs typeface="+mn-cs"/>
        </a:defRPr>
      </a:lvl5pPr>
      <a:lvl6pPr marL="1386230" eaLnBrk="1" hangingPunct="1">
        <a:defRPr>
          <a:latin typeface="+mn-lt"/>
          <a:ea typeface="+mn-ea"/>
          <a:cs typeface="+mn-cs"/>
        </a:defRPr>
      </a:lvl6pPr>
      <a:lvl7pPr marL="1663476" eaLnBrk="1" hangingPunct="1">
        <a:defRPr>
          <a:latin typeface="+mn-lt"/>
          <a:ea typeface="+mn-ea"/>
          <a:cs typeface="+mn-cs"/>
        </a:defRPr>
      </a:lvl7pPr>
      <a:lvl8pPr marL="1940723" eaLnBrk="1" hangingPunct="1">
        <a:defRPr>
          <a:latin typeface="+mn-lt"/>
          <a:ea typeface="+mn-ea"/>
          <a:cs typeface="+mn-cs"/>
        </a:defRPr>
      </a:lvl8pPr>
      <a:lvl9pPr marL="2217969" eaLnBrk="1" hangingPunct="1">
        <a:defRPr>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58">
          <p15:clr>
            <a:srgbClr val="F26B43"/>
          </p15:clr>
        </p15:guide>
        <p15:guide id="4" pos="322">
          <p15:clr>
            <a:srgbClr val="F26B43"/>
          </p15:clr>
        </p15:guide>
        <p15:guide id="5" pos="581">
          <p15:clr>
            <a:srgbClr val="F26B43"/>
          </p15:clr>
        </p15:guide>
        <p15:guide id="6" pos="645">
          <p15:clr>
            <a:srgbClr val="F26B43"/>
          </p15:clr>
        </p15:guide>
        <p15:guide id="7" pos="904">
          <p15:clr>
            <a:srgbClr val="F26B43"/>
          </p15:clr>
        </p15:guide>
        <p15:guide id="8" pos="968">
          <p15:clr>
            <a:srgbClr val="F26B43"/>
          </p15:clr>
        </p15:guide>
        <p15:guide id="10" pos="1290">
          <p15:clr>
            <a:srgbClr val="F26B43"/>
          </p15:clr>
        </p15:guide>
        <p15:guide id="11" pos="1549">
          <p15:clr>
            <a:srgbClr val="F26B43"/>
          </p15:clr>
        </p15:guide>
        <p15:guide id="12" pos="1613">
          <p15:clr>
            <a:srgbClr val="F26B43"/>
          </p15:clr>
        </p15:guide>
        <p15:guide id="13" pos="1867">
          <p15:clr>
            <a:srgbClr val="F26B43"/>
          </p15:clr>
        </p15:guide>
        <p15:guide id="14" pos="1936">
          <p15:clr>
            <a:srgbClr val="F26B43"/>
          </p15:clr>
        </p15:guide>
        <p15:guide id="15" pos="2194">
          <p15:clr>
            <a:srgbClr val="F26B43"/>
          </p15:clr>
        </p15:guide>
        <p15:guide id="16" pos="2258">
          <p15:clr>
            <a:srgbClr val="F26B43"/>
          </p15:clr>
        </p15:guide>
        <p15:guide id="17" pos="2517">
          <p15:clr>
            <a:srgbClr val="F26B43"/>
          </p15:clr>
        </p15:guide>
        <p15:guide id="18" pos="2581">
          <p15:clr>
            <a:srgbClr val="F26B43"/>
          </p15:clr>
        </p15:guide>
        <p15:guide id="19" pos="2840">
          <p15:clr>
            <a:srgbClr val="F26B43"/>
          </p15:clr>
        </p15:guide>
        <p15:guide id="20" pos="2904">
          <p15:clr>
            <a:srgbClr val="F26B43"/>
          </p15:clr>
        </p15:guide>
        <p15:guide id="21" pos="3162">
          <p15:clr>
            <a:srgbClr val="F26B43"/>
          </p15:clr>
        </p15:guide>
        <p15:guide id="22" pos="3228">
          <p15:clr>
            <a:srgbClr val="F26B43"/>
          </p15:clr>
        </p15:guide>
        <p15:guide id="23" pos="3485">
          <p15:clr>
            <a:srgbClr val="F26B43"/>
          </p15:clr>
        </p15:guide>
        <p15:guide id="24" pos="3549">
          <p15:clr>
            <a:srgbClr val="F26B43"/>
          </p15:clr>
        </p15:guide>
        <p15:guide id="25" pos="3808">
          <p15:clr>
            <a:srgbClr val="F26B43"/>
          </p15:clr>
        </p15:guide>
        <p15:guide id="26" pos="3872">
          <p15:clr>
            <a:srgbClr val="F26B43"/>
          </p15:clr>
        </p15:guide>
        <p15:guide id="27" pos="4135">
          <p15:clr>
            <a:srgbClr val="F26B43"/>
          </p15:clr>
        </p15:guide>
        <p15:guide id="28" pos="4194">
          <p15:clr>
            <a:srgbClr val="F26B43"/>
          </p15:clr>
        </p15:guide>
        <p15:guide id="29" pos="4453">
          <p15:clr>
            <a:srgbClr val="F26B43"/>
          </p15:clr>
        </p15:guide>
        <p15:guide id="30" pos="4517">
          <p15:clr>
            <a:srgbClr val="F26B43"/>
          </p15:clr>
        </p15:guide>
        <p15:guide id="31" pos="4776">
          <p15:clr>
            <a:srgbClr val="F26B43"/>
          </p15:clr>
        </p15:guide>
        <p15:guide id="32" pos="4840">
          <p15:clr>
            <a:srgbClr val="F26B43"/>
          </p15:clr>
        </p15:guide>
        <p15:guide id="33" pos="5098">
          <p15:clr>
            <a:srgbClr val="F26B43"/>
          </p15:clr>
        </p15:guide>
        <p15:guide id="34" pos="5162">
          <p15:clr>
            <a:srgbClr val="F26B43"/>
          </p15:clr>
        </p15:guide>
        <p15:guide id="35" pos="5421">
          <p15:clr>
            <a:srgbClr val="F26B43"/>
          </p15:clr>
        </p15:guide>
        <p15:guide id="36" pos="5485">
          <p15:clr>
            <a:srgbClr val="F26B43"/>
          </p15:clr>
        </p15:guide>
        <p15:guide id="37" pos="5744">
          <p15:clr>
            <a:srgbClr val="F26B43"/>
          </p15:clr>
        </p15:guide>
        <p15:guide id="38" pos="5808">
          <p15:clr>
            <a:srgbClr val="F26B43"/>
          </p15:clr>
        </p15:guide>
        <p15:guide id="39" pos="6066">
          <p15:clr>
            <a:srgbClr val="F26B43"/>
          </p15:clr>
        </p15:guide>
        <p15:guide id="40" pos="6130">
          <p15:clr>
            <a:srgbClr val="F26B43"/>
          </p15:clr>
        </p15:guide>
        <p15:guide id="41" pos="6389">
          <p15:clr>
            <a:srgbClr val="F26B43"/>
          </p15:clr>
        </p15:guide>
        <p15:guide id="42" pos="6453">
          <p15:clr>
            <a:srgbClr val="F26B43"/>
          </p15:clr>
        </p15:guide>
        <p15:guide id="43" pos="6712">
          <p15:clr>
            <a:srgbClr val="F26B43"/>
          </p15:clr>
        </p15:guide>
        <p15:guide id="44" pos="6776">
          <p15:clr>
            <a:srgbClr val="F26B43"/>
          </p15:clr>
        </p15:guide>
        <p15:guide id="45" pos="7034">
          <p15:clr>
            <a:srgbClr val="F26B43"/>
          </p15:clr>
        </p15:guide>
        <p15:guide id="46" pos="7098">
          <p15:clr>
            <a:srgbClr val="F26B43"/>
          </p15:clr>
        </p15:guide>
        <p15:guide id="47" pos="7357">
          <p15:clr>
            <a:srgbClr val="F26B43"/>
          </p15:clr>
        </p15:guide>
        <p15:guide id="48" pos="7421">
          <p15:clr>
            <a:srgbClr val="F26B43"/>
          </p15:clr>
        </p15:guide>
        <p15:guide id="49" orient="horz">
          <p15:clr>
            <a:srgbClr val="F26B43"/>
          </p15:clr>
        </p15:guide>
        <p15:guide id="50" orient="horz" pos="4320">
          <p15:clr>
            <a:srgbClr val="F26B43"/>
          </p15:clr>
        </p15:guide>
        <p15:guide id="51" orient="horz" pos="222">
          <p15:clr>
            <a:srgbClr val="F26B43"/>
          </p15:clr>
        </p15:guide>
        <p15:guide id="52" orient="horz" pos="552">
          <p15:clr>
            <a:srgbClr val="F26B43"/>
          </p15:clr>
        </p15:guide>
        <p15:guide id="53" orient="horz" pos="616">
          <p15:clr>
            <a:srgbClr val="F26B43"/>
          </p15:clr>
        </p15:guide>
        <p15:guide id="54" orient="horz" pos="945">
          <p15:clr>
            <a:srgbClr val="F26B43"/>
          </p15:clr>
        </p15:guide>
        <p15:guide id="55" orient="horz" pos="1009">
          <p15:clr>
            <a:srgbClr val="F26B43"/>
          </p15:clr>
        </p15:guide>
        <p15:guide id="56" orient="horz" pos="1339">
          <p15:clr>
            <a:srgbClr val="F26B43"/>
          </p15:clr>
        </p15:guide>
        <p15:guide id="57" orient="horz" pos="1403">
          <p15:clr>
            <a:srgbClr val="F26B43"/>
          </p15:clr>
        </p15:guide>
        <p15:guide id="58" orient="horz" pos="1733">
          <p15:clr>
            <a:srgbClr val="F26B43"/>
          </p15:clr>
        </p15:guide>
        <p15:guide id="59" orient="horz" pos="1797">
          <p15:clr>
            <a:srgbClr val="F26B43"/>
          </p15:clr>
        </p15:guide>
        <p15:guide id="60" orient="horz" pos="2127">
          <p15:clr>
            <a:srgbClr val="F26B43"/>
          </p15:clr>
        </p15:guide>
        <p15:guide id="61" orient="horz" pos="2191">
          <p15:clr>
            <a:srgbClr val="F26B43"/>
          </p15:clr>
        </p15:guide>
        <p15:guide id="62" orient="horz" pos="2520">
          <p15:clr>
            <a:srgbClr val="F26B43"/>
          </p15:clr>
        </p15:guide>
        <p15:guide id="63" orient="horz" pos="2584">
          <p15:clr>
            <a:srgbClr val="F26B43"/>
          </p15:clr>
        </p15:guide>
        <p15:guide id="64" orient="horz" pos="2914">
          <p15:clr>
            <a:srgbClr val="F26B43"/>
          </p15:clr>
        </p15:guide>
        <p15:guide id="65" orient="horz" pos="2978">
          <p15:clr>
            <a:srgbClr val="F26B43"/>
          </p15:clr>
        </p15:guide>
        <p15:guide id="66" orient="horz" pos="3308">
          <p15:clr>
            <a:srgbClr val="F26B43"/>
          </p15:clr>
        </p15:guide>
        <p15:guide id="67" orient="horz" pos="3372">
          <p15:clr>
            <a:srgbClr val="F26B43"/>
          </p15:clr>
        </p15:guide>
        <p15:guide id="68" orient="horz" pos="3702">
          <p15:clr>
            <a:srgbClr val="F26B43"/>
          </p15:clr>
        </p15:guide>
        <p15:guide id="69" orient="horz" pos="3766">
          <p15:clr>
            <a:srgbClr val="F26B43"/>
          </p15:clr>
        </p15:guide>
        <p15:guide id="70" orient="horz" pos="4096">
          <p15:clr>
            <a:srgbClr val="F26B43"/>
          </p15:clr>
        </p15:guide>
        <p15:guide id="90" pos="1232">
          <p15:clr>
            <a:srgbClr val="F26B43"/>
          </p15:clr>
        </p15:guide>
        <p15:guide id="91" orient="horz" pos="4020">
          <p15:clr>
            <a:srgbClr val="F26B43"/>
          </p15:clr>
        </p15:guide>
        <p15:guide id="92" orient="horz" pos="30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cbre.sharepoint.com/teams/Innovate2026/Shared%20Documents/Forms/AllItems.aspx?id=%2Fteams%2FInnovate2026%2FShared%20Documents%2FGeneral%2FDemo%20Videos%2FTech%5FSorcerers&amp;viewid=4919bea6%2D4a6b%2D4884%2D8ea4%2D5f00a697c1a1&amp;csf=1&amp;CT=1778074972639&amp;OR=OWA%2DNT%2DMail&amp;CID=d678722a%2D4383%2D46e9%2D8127%2De881e7c3146f&amp;FolderCTID=0x012000A168D707A7D7F040B4708801BD8DB78B"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61.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F9977D6B-418C-9972-5602-E77A41DD7429}"/>
              </a:ext>
            </a:extLst>
          </p:cNvPr>
          <p:cNvSpPr>
            <a:spLocks noGrp="1"/>
          </p:cNvSpPr>
          <p:nvPr>
            <p:ph type="title"/>
          </p:nvPr>
        </p:nvSpPr>
        <p:spPr/>
        <p:txBody>
          <a:bodyPr/>
          <a:lstStyle/>
          <a:p>
            <a:r>
              <a:rPr lang="en-US" sz="2800" b="1" dirty="0"/>
              <a:t>CBRE AI‑Powered Sprint Analytics Dashboard</a:t>
            </a:r>
            <a:br>
              <a:rPr lang="en-US" sz="2400" b="1" dirty="0"/>
            </a:br>
            <a:br>
              <a:rPr lang="en-US" sz="2400" b="1" dirty="0"/>
            </a:br>
            <a:r>
              <a:rPr lang="en-US" sz="1800" dirty="0"/>
              <a:t>AI‑Powered Sprint Analytics Dashboard transforms Agile data into real‑time  actionable intelligence—reducing management overhead improving delivery predictability cutting operational costs.</a:t>
            </a:r>
            <a:endParaRPr lang="en-GB" sz="1800" dirty="0"/>
          </a:p>
        </p:txBody>
      </p:sp>
      <p:sp>
        <p:nvSpPr>
          <p:cNvPr id="6" name="Subtitle 5">
            <a:extLst>
              <a:ext uri="{FF2B5EF4-FFF2-40B4-BE49-F238E27FC236}">
                <a16:creationId xmlns:a16="http://schemas.microsoft.com/office/drawing/2014/main" id="{5D860B87-AF44-CADB-F2DA-0E62177E0467}"/>
              </a:ext>
            </a:extLst>
          </p:cNvPr>
          <p:cNvSpPr>
            <a:spLocks noGrp="1"/>
          </p:cNvSpPr>
          <p:nvPr>
            <p:ph type="subTitle" idx="1"/>
          </p:nvPr>
        </p:nvSpPr>
        <p:spPr/>
        <p:txBody>
          <a:bodyPr/>
          <a:lstStyle/>
          <a:p>
            <a:r>
              <a:rPr lang="en-GB" dirty="0"/>
              <a:t>Presenter Name – Team (Tech Sorcerers)</a:t>
            </a:r>
          </a:p>
          <a:p>
            <a:pPr lvl="1"/>
            <a:r>
              <a:rPr lang="en-GB" dirty="0"/>
              <a:t>( Abhishek , Anil, Ankur, Manoj, Sudheer , Varun )</a:t>
            </a:r>
          </a:p>
        </p:txBody>
      </p:sp>
      <p:pic>
        <p:nvPicPr>
          <p:cNvPr id="43" name="Picture Placeholder 42">
            <a:extLst>
              <a:ext uri="{FF2B5EF4-FFF2-40B4-BE49-F238E27FC236}">
                <a16:creationId xmlns:a16="http://schemas.microsoft.com/office/drawing/2014/main" id="{BAAFAAAB-182C-3AFA-7E5B-A4B5EE8CAD0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93" b="93"/>
          <a:stretch/>
        </p:blipFill>
        <p:spPr/>
      </p:pic>
    </p:spTree>
    <p:extLst>
      <p:ext uri="{BB962C8B-B14F-4D97-AF65-F5344CB8AC3E}">
        <p14:creationId xmlns:p14="http://schemas.microsoft.com/office/powerpoint/2010/main" val="1729035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416E7-039A-E021-DB74-6DA7F0B71C0F}"/>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52EDB14C-843B-E3C4-76B7-40D5E6E86F1E}"/>
              </a:ext>
            </a:extLst>
          </p:cNvPr>
          <p:cNvSpPr txBox="1">
            <a:spLocks/>
          </p:cNvSpPr>
          <p:nvPr/>
        </p:nvSpPr>
        <p:spPr>
          <a:xfrm>
            <a:off x="1055440" y="548680"/>
            <a:ext cx="10801200" cy="3456384"/>
          </a:xfrm>
          <a:prstGeom prst="rect">
            <a:avLst/>
          </a:prstGeom>
        </p:spPr>
        <p:txBody>
          <a:bodyPr/>
          <a:lstStyle>
            <a:lvl1pPr marL="0" eaLnBrk="1" hangingPunct="1">
              <a:lnSpc>
                <a:spcPct val="90000"/>
              </a:lnSpc>
              <a:spcBef>
                <a:spcPts val="1200"/>
              </a:spcBef>
              <a:spcAft>
                <a:spcPts val="6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5760" indent="-182880" eaLnBrk="1" hangingPunct="1">
              <a:spcBef>
                <a:spcPts val="300"/>
              </a:spcBef>
              <a:spcAft>
                <a:spcPts val="300"/>
              </a:spcAft>
              <a:buSzPct val="80000"/>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a:lstStyle>
          <a:p>
            <a:pPr>
              <a:lnSpc>
                <a:spcPct val="100000"/>
              </a:lnSpc>
            </a:pPr>
            <a:endParaRPr lang="en-GB" sz="4000" dirty="0"/>
          </a:p>
        </p:txBody>
      </p:sp>
      <p:sp>
        <p:nvSpPr>
          <p:cNvPr id="9" name="TextBox 8">
            <a:extLst>
              <a:ext uri="{FF2B5EF4-FFF2-40B4-BE49-F238E27FC236}">
                <a16:creationId xmlns:a16="http://schemas.microsoft.com/office/drawing/2014/main" id="{B1DE0B71-7487-745D-AC4D-CD3D5001DBDE}"/>
              </a:ext>
            </a:extLst>
          </p:cNvPr>
          <p:cNvSpPr txBox="1"/>
          <p:nvPr/>
        </p:nvSpPr>
        <p:spPr>
          <a:xfrm>
            <a:off x="922351" y="779228"/>
            <a:ext cx="10214209" cy="4154984"/>
          </a:xfrm>
          <a:prstGeom prst="rect">
            <a:avLst/>
          </a:prstGeom>
          <a:noFill/>
        </p:spPr>
        <p:txBody>
          <a:bodyPr wrap="square">
            <a:spAutoFit/>
          </a:bodyPr>
          <a:lstStyle/>
          <a:p>
            <a:pPr>
              <a:buNone/>
            </a:pPr>
            <a:r>
              <a:rPr lang="en-US" sz="2400" b="1" dirty="0">
                <a:solidFill>
                  <a:srgbClr val="80BBAD"/>
                </a:solidFill>
              </a:rPr>
              <a:t>Problem statement - </a:t>
            </a:r>
          </a:p>
          <a:p>
            <a:pPr>
              <a:buNone/>
            </a:pPr>
            <a:r>
              <a:rPr lang="en-US" dirty="0">
                <a:solidFill>
                  <a:schemeClr val="tx1">
                    <a:lumMod val="20000"/>
                    <a:lumOff val="80000"/>
                  </a:schemeClr>
                </a:solidFill>
              </a:rPr>
              <a:t>Enterprise agile teams at CBRE lack a unified, real‑time platform, resulting in manual sprint reporting, fragmented data, and missed risks across roles.</a:t>
            </a:r>
          </a:p>
          <a:p>
            <a:pPr>
              <a:buNone/>
            </a:pPr>
            <a:r>
              <a:rPr lang="en-US" dirty="0">
                <a:solidFill>
                  <a:schemeClr val="tx1">
                    <a:lumMod val="20000"/>
                    <a:lumOff val="80000"/>
                  </a:schemeClr>
                </a:solidFill>
              </a:rPr>
              <a:t>This AI‑powered Sprint Analytics Dashboard centralizes Azure DevOps data in Snowflake to proactively surface blockers, capacity risks, and role‑based insights.</a:t>
            </a:r>
          </a:p>
          <a:p>
            <a:pPr>
              <a:buNone/>
            </a:pPr>
            <a:endParaRPr lang="en-US" dirty="0">
              <a:solidFill>
                <a:schemeClr val="tx1">
                  <a:lumMod val="20000"/>
                  <a:lumOff val="80000"/>
                </a:schemeClr>
              </a:solidFill>
            </a:endParaRPr>
          </a:p>
          <a:p>
            <a:pPr>
              <a:buNone/>
            </a:pPr>
            <a:endParaRPr lang="en-US" dirty="0">
              <a:solidFill>
                <a:schemeClr val="tx1">
                  <a:lumMod val="20000"/>
                  <a:lumOff val="80000"/>
                </a:schemeClr>
              </a:solidFill>
            </a:endParaRPr>
          </a:p>
          <a:p>
            <a:r>
              <a:rPr lang="en-US" sz="2400" b="1" dirty="0">
                <a:solidFill>
                  <a:srgbClr val="80BBAD"/>
                </a:solidFill>
              </a:rPr>
              <a:t>Solution –</a:t>
            </a:r>
          </a:p>
          <a:p>
            <a:pPr>
              <a:buNone/>
            </a:pPr>
            <a:r>
              <a:rPr lang="en-US" dirty="0">
                <a:solidFill>
                  <a:schemeClr val="tx1">
                    <a:lumMod val="20000"/>
                    <a:lumOff val="80000"/>
                  </a:schemeClr>
                </a:solidFill>
              </a:rPr>
              <a:t>We built an AI‑powered Sprint Analytics Dashboard on Snowflake that delivers real‑time, role‑based visibility across agile teams.</a:t>
            </a:r>
          </a:p>
          <a:p>
            <a:pPr>
              <a:buNone/>
            </a:pPr>
            <a:r>
              <a:rPr lang="en-US" dirty="0">
                <a:solidFill>
                  <a:schemeClr val="tx1">
                    <a:lumMod val="20000"/>
                    <a:lumOff val="80000"/>
                  </a:schemeClr>
                </a:solidFill>
              </a:rPr>
              <a:t>With embedded AI via Cortex Analyst, it proactively identifies delivery risks and enables natural‑language sprint insights—driving faster, data‑driven decisions.</a:t>
            </a:r>
          </a:p>
          <a:p>
            <a:pPr>
              <a:buNone/>
            </a:pPr>
            <a:endParaRPr lang="en-US" dirty="0">
              <a:solidFill>
                <a:schemeClr val="tx1">
                  <a:lumMod val="20000"/>
                  <a:lumOff val="80000"/>
                </a:schemeClr>
              </a:solidFill>
            </a:endParaRPr>
          </a:p>
          <a:p>
            <a:pPr>
              <a:buNone/>
            </a:pPr>
            <a:endParaRPr lang="en-US" dirty="0">
              <a:solidFill>
                <a:schemeClr val="tx1">
                  <a:lumMod val="20000"/>
                  <a:lumOff val="80000"/>
                </a:schemeClr>
              </a:solidFill>
            </a:endParaRPr>
          </a:p>
        </p:txBody>
      </p:sp>
    </p:spTree>
    <p:extLst>
      <p:ext uri="{BB962C8B-B14F-4D97-AF65-F5344CB8AC3E}">
        <p14:creationId xmlns:p14="http://schemas.microsoft.com/office/powerpoint/2010/main" val="3080537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58F8-0699-8729-B115-CACF14F3DF4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8B4911-1EA9-A505-6AB2-2D1CC69AA73C}"/>
              </a:ext>
            </a:extLst>
          </p:cNvPr>
          <p:cNvPicPr>
            <a:picLocks noChangeAspect="1"/>
          </p:cNvPicPr>
          <p:nvPr/>
        </p:nvPicPr>
        <p:blipFill>
          <a:blip r:embed="rId3"/>
          <a:stretch>
            <a:fillRect/>
          </a:stretch>
        </p:blipFill>
        <p:spPr>
          <a:xfrm>
            <a:off x="628152" y="978042"/>
            <a:ext cx="10185621" cy="5739442"/>
          </a:xfrm>
          <a:prstGeom prst="rect">
            <a:avLst/>
          </a:prstGeom>
        </p:spPr>
      </p:pic>
    </p:spTree>
    <p:extLst>
      <p:ext uri="{BB962C8B-B14F-4D97-AF65-F5344CB8AC3E}">
        <p14:creationId xmlns:p14="http://schemas.microsoft.com/office/powerpoint/2010/main" val="1355010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AC99D-25C3-4A57-A8D3-19F2E59E6A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7EE447B-5F90-A5A6-D439-01779C3D9B22}"/>
              </a:ext>
            </a:extLst>
          </p:cNvPr>
          <p:cNvPicPr>
            <a:picLocks noChangeAspect="1"/>
          </p:cNvPicPr>
          <p:nvPr/>
        </p:nvPicPr>
        <p:blipFill>
          <a:blip r:embed="rId3"/>
          <a:stretch>
            <a:fillRect/>
          </a:stretch>
        </p:blipFill>
        <p:spPr>
          <a:xfrm>
            <a:off x="1086846" y="1063502"/>
            <a:ext cx="9854149" cy="5549011"/>
          </a:xfrm>
          <a:prstGeom prst="rect">
            <a:avLst/>
          </a:prstGeom>
        </p:spPr>
      </p:pic>
    </p:spTree>
    <p:extLst>
      <p:ext uri="{BB962C8B-B14F-4D97-AF65-F5344CB8AC3E}">
        <p14:creationId xmlns:p14="http://schemas.microsoft.com/office/powerpoint/2010/main" val="935708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3DF93-E919-DF4E-603F-03FD3E7E9CF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CFFFE5F-CA32-37AA-3002-8E2123E6BBF6}"/>
              </a:ext>
            </a:extLst>
          </p:cNvPr>
          <p:cNvPicPr>
            <a:picLocks noChangeAspect="1"/>
          </p:cNvPicPr>
          <p:nvPr/>
        </p:nvPicPr>
        <p:blipFill>
          <a:blip r:embed="rId3"/>
          <a:stretch>
            <a:fillRect/>
          </a:stretch>
        </p:blipFill>
        <p:spPr>
          <a:xfrm>
            <a:off x="596348" y="841802"/>
            <a:ext cx="9994789" cy="5855754"/>
          </a:xfrm>
          <a:prstGeom prst="rect">
            <a:avLst/>
          </a:prstGeom>
        </p:spPr>
      </p:pic>
    </p:spTree>
    <p:extLst>
      <p:ext uri="{BB962C8B-B14F-4D97-AF65-F5344CB8AC3E}">
        <p14:creationId xmlns:p14="http://schemas.microsoft.com/office/powerpoint/2010/main" val="1350251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18074-B031-5B0E-A1B5-5545D6501A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483D17B-83B7-3932-6CDF-353893B154B0}"/>
              </a:ext>
            </a:extLst>
          </p:cNvPr>
          <p:cNvPicPr>
            <a:picLocks noChangeAspect="1"/>
          </p:cNvPicPr>
          <p:nvPr/>
        </p:nvPicPr>
        <p:blipFill>
          <a:blip r:embed="rId3"/>
          <a:stretch>
            <a:fillRect/>
          </a:stretch>
        </p:blipFill>
        <p:spPr>
          <a:xfrm>
            <a:off x="667910" y="913684"/>
            <a:ext cx="11106722" cy="5694030"/>
          </a:xfrm>
          <a:prstGeom prst="rect">
            <a:avLst/>
          </a:prstGeom>
        </p:spPr>
      </p:pic>
    </p:spTree>
    <p:extLst>
      <p:ext uri="{BB962C8B-B14F-4D97-AF65-F5344CB8AC3E}">
        <p14:creationId xmlns:p14="http://schemas.microsoft.com/office/powerpoint/2010/main" val="787692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F4570-ABC1-DD9F-85A5-E2FB048A49E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427B57D-47D6-CBD6-67E6-8868CB11FBA7}"/>
              </a:ext>
            </a:extLst>
          </p:cNvPr>
          <p:cNvPicPr>
            <a:picLocks noChangeAspect="1"/>
          </p:cNvPicPr>
          <p:nvPr/>
        </p:nvPicPr>
        <p:blipFill>
          <a:blip r:embed="rId3"/>
          <a:stretch>
            <a:fillRect/>
          </a:stretch>
        </p:blipFill>
        <p:spPr>
          <a:xfrm>
            <a:off x="868259" y="1066298"/>
            <a:ext cx="10065613" cy="5334501"/>
          </a:xfrm>
          <a:prstGeom prst="rect">
            <a:avLst/>
          </a:prstGeom>
        </p:spPr>
      </p:pic>
    </p:spTree>
    <p:extLst>
      <p:ext uri="{BB962C8B-B14F-4D97-AF65-F5344CB8AC3E}">
        <p14:creationId xmlns:p14="http://schemas.microsoft.com/office/powerpoint/2010/main" val="2353872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33B404-DE0D-A2FF-472A-0A6D07F4D6E2}"/>
              </a:ext>
            </a:extLst>
          </p:cNvPr>
          <p:cNvPicPr>
            <a:picLocks noChangeAspect="1"/>
          </p:cNvPicPr>
          <p:nvPr/>
        </p:nvPicPr>
        <p:blipFill>
          <a:blip r:embed="rId2"/>
          <a:stretch>
            <a:fillRect/>
          </a:stretch>
        </p:blipFill>
        <p:spPr>
          <a:xfrm>
            <a:off x="763325" y="1012091"/>
            <a:ext cx="10376452" cy="5651647"/>
          </a:xfrm>
          <a:prstGeom prst="rect">
            <a:avLst/>
          </a:prstGeom>
        </p:spPr>
      </p:pic>
    </p:spTree>
    <p:extLst>
      <p:ext uri="{BB962C8B-B14F-4D97-AF65-F5344CB8AC3E}">
        <p14:creationId xmlns:p14="http://schemas.microsoft.com/office/powerpoint/2010/main" val="563940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70636-150B-E12A-C9FE-1967E37215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CC4789-4D4D-0DA7-ABBF-969F77EDC6EB}"/>
              </a:ext>
            </a:extLst>
          </p:cNvPr>
          <p:cNvSpPr txBox="1"/>
          <p:nvPr/>
        </p:nvSpPr>
        <p:spPr>
          <a:xfrm>
            <a:off x="2148840" y="2468880"/>
            <a:ext cx="7287768" cy="1060704"/>
          </a:xfrm>
          <a:prstGeom prst="rect">
            <a:avLst/>
          </a:prstGeom>
          <a:noFill/>
        </p:spPr>
        <p:txBody>
          <a:bodyPr wrap="square" lIns="0" tIns="0" rIns="0" bIns="0" rtlCol="0">
            <a:noAutofit/>
          </a:bodyPr>
          <a:lstStyle/>
          <a:p>
            <a:r>
              <a:rPr lang="en-IN" dirty="0">
                <a:hlinkClick r:id="rId3"/>
              </a:rPr>
              <a:t>Innovate 2026 - Documents - </a:t>
            </a:r>
            <a:r>
              <a:rPr lang="en-IN" dirty="0" err="1">
                <a:hlinkClick r:id="rId3"/>
              </a:rPr>
              <a:t>Tech_Sorcerers</a:t>
            </a:r>
            <a:r>
              <a:rPr lang="en-IN" dirty="0">
                <a:hlinkClick r:id="rId3"/>
              </a:rPr>
              <a:t> - All Documents</a:t>
            </a:r>
            <a:endParaRPr lang="en-IN" b="1" dirty="0">
              <a:solidFill>
                <a:schemeClr val="bg1"/>
              </a:solidFill>
            </a:endParaRPr>
          </a:p>
        </p:txBody>
      </p:sp>
    </p:spTree>
    <p:extLst>
      <p:ext uri="{BB962C8B-B14F-4D97-AF65-F5344CB8AC3E}">
        <p14:creationId xmlns:p14="http://schemas.microsoft.com/office/powerpoint/2010/main" val="4126125779"/>
      </p:ext>
    </p:extLst>
  </p:cSld>
  <p:clrMapOvr>
    <a:masterClrMapping/>
  </p:clrMapOvr>
  <mc:AlternateContent xmlns:mc="http://schemas.openxmlformats.org/markup-compatibility/2006" xmlns:p14="http://schemas.microsoft.com/office/powerpoint/2010/main">
    <mc:Choice Requires="p14">
      <p:transition spd="slow" p14:dur="2000" advTm="352366"/>
    </mc:Choice>
    <mc:Fallback xmlns="">
      <p:transition spd="slow" advTm="35236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87EA-8BB3-79C6-656A-1A8ABD658D7E}"/>
              </a:ext>
            </a:extLst>
          </p:cNvPr>
          <p:cNvSpPr>
            <a:spLocks noGrp="1"/>
          </p:cNvSpPr>
          <p:nvPr>
            <p:ph type="title"/>
          </p:nvPr>
        </p:nvSpPr>
        <p:spPr/>
        <p:txBody>
          <a:bodyPr/>
          <a:lstStyle/>
          <a:p>
            <a:r>
              <a:rPr lang="en-US" dirty="0">
                <a:solidFill>
                  <a:schemeClr val="bg1"/>
                </a:solidFill>
              </a:rPr>
              <a:t>Q&amp;A</a:t>
            </a:r>
          </a:p>
        </p:txBody>
      </p:sp>
      <p:pic>
        <p:nvPicPr>
          <p:cNvPr id="9" name="Picture Placeholder 8" descr="Person juming in the air">
            <a:extLst>
              <a:ext uri="{FF2B5EF4-FFF2-40B4-BE49-F238E27FC236}">
                <a16:creationId xmlns:a16="http://schemas.microsoft.com/office/drawing/2014/main" id="{D711D4FA-3708-23A0-58EB-81F8E494DE3B}"/>
              </a:ext>
            </a:extLst>
          </p:cNvPr>
          <p:cNvPicPr>
            <a:picLocks noGrp="1" noChangeAspect="1"/>
          </p:cNvPicPr>
          <p:nvPr>
            <p:ph type="pic" sz="quarter" idx="13"/>
          </p:nvPr>
        </p:nvPicPr>
        <p:blipFill>
          <a:blip r:embed="rId3"/>
          <a:srcRect l="6" r="6"/>
          <a:stretch/>
        </p:blipFill>
        <p:spPr/>
      </p:pic>
      <p:sp>
        <p:nvSpPr>
          <p:cNvPr id="3" name="Subtitle 2">
            <a:extLst>
              <a:ext uri="{FF2B5EF4-FFF2-40B4-BE49-F238E27FC236}">
                <a16:creationId xmlns:a16="http://schemas.microsoft.com/office/drawing/2014/main" id="{E61DF94A-DA27-1E29-408E-F5360E814FB0}"/>
              </a:ext>
            </a:extLst>
          </p:cNvPr>
          <p:cNvSpPr>
            <a:spLocks noGrp="1"/>
          </p:cNvSpPr>
          <p:nvPr>
            <p:ph sz="quarter" idx="14"/>
          </p:nvPr>
        </p:nvSpPr>
        <p:spPr/>
        <p:txBody>
          <a:bodyPr>
            <a:normAutofit/>
          </a:bodyPr>
          <a:lstStyle/>
          <a:p>
            <a:pPr marL="0" indent="0">
              <a:buNone/>
            </a:pPr>
            <a:r>
              <a:rPr lang="en-US" b="1" dirty="0">
                <a:solidFill>
                  <a:schemeClr val="bg1"/>
                </a:solidFill>
              </a:rPr>
              <a:t>Panel discussion session</a:t>
            </a:r>
          </a:p>
        </p:txBody>
      </p:sp>
    </p:spTree>
    <p:extLst>
      <p:ext uri="{BB962C8B-B14F-4D97-AF65-F5344CB8AC3E}">
        <p14:creationId xmlns:p14="http://schemas.microsoft.com/office/powerpoint/2010/main" val="3272732094"/>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MASTER">
  <a:themeElements>
    <a:clrScheme name="Custom 8">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D30"/>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lIns="0" tIns="0" rIns="0" bIns="0" rtlCol="0">
        <a:noAutofit/>
      </a:bodyPr>
      <a:lstStyle>
        <a:defPPr algn="l">
          <a:defRPr dirty="0" smtClean="0"/>
        </a:defPPr>
      </a:lstStyle>
    </a:txDef>
  </a:objectDefaults>
  <a:extraClrSchemeLst/>
  <a:custClrLst>
    <a:custClr name="Data Viz 1">
      <a:srgbClr val="80BBAD"/>
    </a:custClr>
    <a:custClr name="Data Viz 2">
      <a:srgbClr val="435254"/>
    </a:custClr>
    <a:custClr name="Data Viz 3">
      <a:srgbClr val="17E88F"/>
    </a:custClr>
    <a:custClr name="Custom Color 4">
      <a:srgbClr val="DBD99A"/>
    </a:custClr>
    <a:custClr name="Data Viz 5">
      <a:srgbClr val="D2785A"/>
    </a:custClr>
    <a:custClr name="Data Viz 6">
      <a:srgbClr val="885073"/>
    </a:custClr>
    <a:custClr name="Data Viz 7">
      <a:srgbClr val="A388BF"/>
    </a:custClr>
    <a:custClr name="Custom Color 8">
      <a:srgbClr val="1F3765"/>
    </a:custClr>
    <a:custClr name="Data Viz 9">
      <a:srgbClr val="3E7CA6"/>
    </a:custClr>
    <a:custClr name="Data Viz 10">
      <a:srgbClr val="CAD1D3"/>
    </a:custClr>
    <a:custClr name="Financial Indicator">
      <a:srgbClr val="AD2A2A"/>
    </a:custClr>
  </a:custClrLst>
  <a:extLst>
    <a:ext uri="{05A4C25C-085E-4340-85A3-A5531E510DB2}">
      <thm15:themeFamily xmlns:thm15="http://schemas.microsoft.com/office/thememl/2012/main" name="16x9 Text Template CBRE 2021_071521.potx" id="{8BC98CF4-E998-4AB4-A8ED-DE72A14152B5}" vid="{E67182C6-DEFC-4EEB-A87F-2F2629F97E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8">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D30"/>
    </a:accent6>
    <a:hlink>
      <a:srgbClr val="80BBAD"/>
    </a:hlink>
    <a:folHlink>
      <a:srgbClr val="D1D1D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782DA7-86C0-4A84-A860-11A1E6E3FB6B}">
  <ds:schemaRefs>
    <ds:schemaRef ds:uri="71af3243-3dd4-4a8d-8c0d-dd76da1f02a5"/>
    <ds:schemaRef ds:uri="http://schemas.microsoft.com/sharepoint/v3"/>
    <ds:schemaRef ds:uri="http://www.w3.org/XML/1998/namespace"/>
    <ds:schemaRef ds:uri="230e9df3-be65-4c73-a93b-d1236ebd677e"/>
    <ds:schemaRef ds:uri="http://schemas.microsoft.com/office/2006/documentManagement/types"/>
    <ds:schemaRef ds:uri="http://purl.org/dc/elements/1.1/"/>
    <ds:schemaRef ds:uri="http://purl.org/dc/terms/"/>
    <ds:schemaRef ds:uri="16c05727-aa75-4e4a-9b5f-8a80a1165891"/>
    <ds:schemaRef ds:uri="http://purl.org/dc/dcmitype/"/>
    <ds:schemaRef ds:uri="http://schemas.openxmlformats.org/package/2006/metadata/core-properties"/>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3.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b24e89f-6132-424b-9c64-0340397f5d20}" enabled="1" method="Privileged" siteId="{0159e9d0-09a0-4edf-96ba-a3deea363c28}" contentBits="0" removed="0"/>
</clbl:labelList>
</file>

<file path=docProps/app.xml><?xml version="1.0" encoding="utf-8"?>
<Properties xmlns="http://schemas.openxmlformats.org/officeDocument/2006/extended-properties" xmlns:vt="http://schemas.openxmlformats.org/officeDocument/2006/docPropsVTypes">
  <Template>{F33A30C1-39B7-4641-912A-761BA3D2F1B0}e68b7f07-47f1-4c94-a1ca-e7d736a42cf8-TF86f18fb6-1448-4a46-9973-da86b5b4a1df94418399_win32</Template>
  <TotalTime>1568</TotalTime>
  <Words>195</Words>
  <Application>Microsoft Office PowerPoint</Application>
  <PresentationFormat>Widescreen</PresentationFormat>
  <Paragraphs>22</Paragraphs>
  <Slides>10</Slides>
  <Notes>8</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10</vt:i4>
      </vt:variant>
    </vt:vector>
  </HeadingPairs>
  <TitlesOfParts>
    <vt:vector size="27" baseType="lpstr">
      <vt:lpstr>Aptos</vt:lpstr>
      <vt:lpstr>Arial</vt:lpstr>
      <vt:lpstr>Barlow Condensed</vt:lpstr>
      <vt:lpstr>Calibre</vt:lpstr>
      <vt:lpstr>Calibre Bold</vt:lpstr>
      <vt:lpstr>Calibre Light</vt:lpstr>
      <vt:lpstr>Calibre Medium</vt:lpstr>
      <vt:lpstr>Calibre Semibold</vt:lpstr>
      <vt:lpstr>Calibre-Light</vt:lpstr>
      <vt:lpstr>Calibre-Semibold</vt:lpstr>
      <vt:lpstr>Calibri</vt:lpstr>
      <vt:lpstr>Financier Display</vt:lpstr>
      <vt:lpstr>Financier Display Medium</vt:lpstr>
      <vt:lpstr>Financier Display Semibold</vt:lpstr>
      <vt:lpstr>Space Mono</vt:lpstr>
      <vt:lpstr>SwissReSansOTLight</vt:lpstr>
      <vt:lpstr>MASTER</vt:lpstr>
      <vt:lpstr>CBRE AI‑Powered Sprint Analytics Dashboard  AI‑Powered Sprint Analytics Dashboard transforms Agile data into real‑time  actionable intelligence—reducing management overhead improving delivery predictability cutting operational costs.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 Anil Kumar @ Global D&amp;T</dc:creator>
  <cp:lastModifiedBy>Kumar, Abhishek @ Global D&amp;T</cp:lastModifiedBy>
  <cp:revision>53</cp:revision>
  <dcterms:created xsi:type="dcterms:W3CDTF">2026-05-04T06:02:23Z</dcterms:created>
  <dcterms:modified xsi:type="dcterms:W3CDTF">2026-05-07T05:07:46Z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